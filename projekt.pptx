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0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956B7-7A55-4C45-85D9-231421E1CCA8}" type="datetimeFigureOut">
              <a:rPr lang="hu-HU" smtClean="0"/>
              <a:t>2026. 09. 11.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3BBE7-7762-4790-90D5-95C4A9A4DBF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75436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956B7-7A55-4C45-85D9-231421E1CCA8}" type="datetimeFigureOut">
              <a:rPr lang="hu-HU" smtClean="0"/>
              <a:t>2026. 09. 11.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3BBE7-7762-4790-90D5-95C4A9A4DBF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81211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956B7-7A55-4C45-85D9-231421E1CCA8}" type="datetimeFigureOut">
              <a:rPr lang="hu-HU" smtClean="0"/>
              <a:t>2026. 09. 11.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3BBE7-7762-4790-90D5-95C4A9A4DBF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04954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956B7-7A55-4C45-85D9-231421E1CCA8}" type="datetimeFigureOut">
              <a:rPr lang="hu-HU" smtClean="0"/>
              <a:t>2026. 09. 11.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3BBE7-7762-4790-90D5-95C4A9A4DBF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69590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956B7-7A55-4C45-85D9-231421E1CCA8}" type="datetimeFigureOut">
              <a:rPr lang="hu-HU" smtClean="0"/>
              <a:t>2026. 09. 11.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3BBE7-7762-4790-90D5-95C4A9A4DBF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72364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956B7-7A55-4C45-85D9-231421E1CCA8}" type="datetimeFigureOut">
              <a:rPr lang="hu-HU" smtClean="0"/>
              <a:t>2026. 09. 11.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3BBE7-7762-4790-90D5-95C4A9A4DBF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26018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956B7-7A55-4C45-85D9-231421E1CCA8}" type="datetimeFigureOut">
              <a:rPr lang="hu-HU" smtClean="0"/>
              <a:t>2026. 09. 11.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3BBE7-7762-4790-90D5-95C4A9A4DBF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8789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956B7-7A55-4C45-85D9-231421E1CCA8}" type="datetimeFigureOut">
              <a:rPr lang="hu-HU" smtClean="0"/>
              <a:t>2026. 09. 11.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3BBE7-7762-4790-90D5-95C4A9A4DBF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71133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CAF956B7-7A55-4C45-85D9-231421E1CCA8}" type="datetimeFigureOut">
              <a:rPr lang="hu-HU" smtClean="0"/>
              <a:t>2026. 09. 11.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EA43BBE7-7762-4790-90D5-95C4A9A4DBF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84465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956B7-7A55-4C45-85D9-231421E1CCA8}" type="datetimeFigureOut">
              <a:rPr lang="hu-HU" smtClean="0"/>
              <a:t>2026. 09. 11.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3BBE7-7762-4790-90D5-95C4A9A4DBF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26387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956B7-7A55-4C45-85D9-231421E1CCA8}" type="datetimeFigureOut">
              <a:rPr lang="hu-HU" smtClean="0"/>
              <a:t>2026. 09. 11.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3BBE7-7762-4790-90D5-95C4A9A4DBF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263292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956B7-7A55-4C45-85D9-231421E1CCA8}" type="datetimeFigureOut">
              <a:rPr lang="hu-HU" smtClean="0"/>
              <a:t>2026. 09. 11.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3BBE7-7762-4790-90D5-95C4A9A4DBF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99025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956B7-7A55-4C45-85D9-231421E1CCA8}" type="datetimeFigureOut">
              <a:rPr lang="hu-HU" smtClean="0"/>
              <a:t>2026. 09. 11.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3BBE7-7762-4790-90D5-95C4A9A4DBF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592949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956B7-7A55-4C45-85D9-231421E1CCA8}" type="datetimeFigureOut">
              <a:rPr lang="hu-HU" smtClean="0"/>
              <a:t>2026. 09. 11.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3BBE7-7762-4790-90D5-95C4A9A4DBF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44495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hu-H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AF956B7-7A55-4C45-85D9-231421E1CCA8}" type="datetimeFigureOut">
              <a:rPr lang="hu-HU" smtClean="0"/>
              <a:t>2026. 09. 11.</a:t>
            </a:fld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EA43BBE7-7762-4790-90D5-95C4A9A4DBF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619585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C03975C-548D-45C2-B562-EAE7C98E11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Magyarország 2025-ös lakosság adatai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D7C3BD96-B3AB-44AA-A38D-AC11307F00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Készítette: </a:t>
            </a:r>
            <a:r>
              <a:rPr lang="hu-HU" dirty="0" err="1"/>
              <a:t>Jászhalmi</a:t>
            </a:r>
            <a:r>
              <a:rPr lang="hu-HU" dirty="0"/>
              <a:t> Szabolcs, Jobbágy Szabolcs</a:t>
            </a:r>
          </a:p>
        </p:txBody>
      </p:sp>
    </p:spTree>
    <p:extLst>
      <p:ext uri="{BB962C8B-B14F-4D97-AF65-F5344CB8AC3E}">
        <p14:creationId xmlns:p14="http://schemas.microsoft.com/office/powerpoint/2010/main" val="3090666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B39E106-1C76-4E47-A78C-101EB86CB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Menüpontok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1843B18-9714-48D9-AB7B-82D89EE37F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Téglalap 3">
            <a:hlinkClick r:id="rId2" action="ppaction://hlinksldjump"/>
            <a:extLst>
              <a:ext uri="{FF2B5EF4-FFF2-40B4-BE49-F238E27FC236}">
                <a16:creationId xmlns:a16="http://schemas.microsoft.com/office/drawing/2014/main" id="{E710908B-64B3-42E5-965D-B83B6D036A32}"/>
              </a:ext>
            </a:extLst>
          </p:cNvPr>
          <p:cNvSpPr/>
          <p:nvPr/>
        </p:nvSpPr>
        <p:spPr>
          <a:xfrm>
            <a:off x="259229" y="3092822"/>
            <a:ext cx="3591671" cy="24204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dirty="0"/>
              <a:t>Megye adatai</a:t>
            </a:r>
          </a:p>
        </p:txBody>
      </p:sp>
      <p:sp>
        <p:nvSpPr>
          <p:cNvPr id="5" name="Téglalap 4">
            <a:hlinkClick r:id="rId3" action="ppaction://hlinksldjump"/>
            <a:extLst>
              <a:ext uri="{FF2B5EF4-FFF2-40B4-BE49-F238E27FC236}">
                <a16:creationId xmlns:a16="http://schemas.microsoft.com/office/drawing/2014/main" id="{2A6D3233-60F6-4395-BB7C-BE85BAF93DAE}"/>
              </a:ext>
            </a:extLst>
          </p:cNvPr>
          <p:cNvSpPr/>
          <p:nvPr/>
        </p:nvSpPr>
        <p:spPr>
          <a:xfrm>
            <a:off x="4150410" y="3092822"/>
            <a:ext cx="3591671" cy="24204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dirty="0"/>
              <a:t>Település típusai</a:t>
            </a: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001FCCFF-7649-43F8-8597-4F991AA82251}"/>
              </a:ext>
            </a:extLst>
          </p:cNvPr>
          <p:cNvSpPr/>
          <p:nvPr/>
        </p:nvSpPr>
        <p:spPr>
          <a:xfrm>
            <a:off x="8041591" y="3092822"/>
            <a:ext cx="3591671" cy="24204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13545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indefinite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2" presetClass="emph" presetSubtype="0" repeatCount="indefinite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Rot by="120000">
                                      <p:cBhvr>
                                        <p:cTn id="12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A72CCF2-659B-4869-B53B-A182EF3FF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307741A-7425-40D5-A271-BF2C1A9A24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3501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23502CF-82B5-4A1A-A5B1-5DD26C660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Megye adatai</a:t>
            </a:r>
          </a:p>
        </p:txBody>
      </p:sp>
      <p:pic>
        <p:nvPicPr>
          <p:cNvPr id="5" name="Tartalom helye 4" descr="Nyíl: forgatás balra egyszínű kitöltéssel">
            <a:hlinkClick r:id="rId2" action="ppaction://hlinksldjump"/>
            <a:extLst>
              <a:ext uri="{FF2B5EF4-FFF2-40B4-BE49-F238E27FC236}">
                <a16:creationId xmlns:a16="http://schemas.microsoft.com/office/drawing/2014/main" id="{42E4741F-7D86-4D40-90CB-71EBFD2F35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84139" y="321224"/>
            <a:ext cx="1222378" cy="1222378"/>
          </a:xfr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2A446905-2E13-4EA8-89F7-C211A4856F6F}"/>
              </a:ext>
            </a:extLst>
          </p:cNvPr>
          <p:cNvSpPr txBox="1"/>
          <p:nvPr/>
        </p:nvSpPr>
        <p:spPr>
          <a:xfrm>
            <a:off x="1156447" y="3003176"/>
            <a:ext cx="10094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/>
              <a:t>hj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652332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C2E346C-5E10-49FE-BDFC-E1EF1400B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Település típusai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A1ED55D-6B4B-41E7-BC75-1713822ED5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795926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Jegyezhető">
  <a:themeElements>
    <a:clrScheme name="Jegyezhető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Jegyezhető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Jegyezhető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TM03457503[[fn=Jegyezhető]]</Template>
  <TotalTime>0</TotalTime>
  <Words>21</Words>
  <Application>Microsoft Office PowerPoint</Application>
  <PresentationFormat>Szélesvásznú</PresentationFormat>
  <Paragraphs>8</Paragraphs>
  <Slides>5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5</vt:i4>
      </vt:variant>
    </vt:vector>
  </HeadingPairs>
  <TitlesOfParts>
    <vt:vector size="8" baseType="lpstr">
      <vt:lpstr>Century Gothic</vt:lpstr>
      <vt:lpstr>Wingdings 2</vt:lpstr>
      <vt:lpstr>Jegyezhető</vt:lpstr>
      <vt:lpstr>Magyarország 2025-ös lakosság adatai</vt:lpstr>
      <vt:lpstr>Menüpontok</vt:lpstr>
      <vt:lpstr>PowerPoint-bemutató</vt:lpstr>
      <vt:lpstr>Megye adatai</vt:lpstr>
      <vt:lpstr>Település típusai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Magyarország 2025-ös lakosság adatai</dc:title>
  <dc:creator>Jobbágy Szabolcs</dc:creator>
  <cp:lastModifiedBy>Jobbágy Szabolcs</cp:lastModifiedBy>
  <cp:revision>3</cp:revision>
  <dcterms:created xsi:type="dcterms:W3CDTF">2026-09-11T07:45:28Z</dcterms:created>
  <dcterms:modified xsi:type="dcterms:W3CDTF">2026-09-11T08:09:06Z</dcterms:modified>
</cp:coreProperties>
</file>