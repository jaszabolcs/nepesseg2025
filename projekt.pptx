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sldIdLst>
    <p:sldId id="256" r:id="rId2"/>
    <p:sldId id="257" r:id="rId3"/>
    <p:sldId id="258" r:id="rId4"/>
    <p:sldId id="259" r:id="rId5"/>
    <p:sldId id="26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56B7-7A55-4C45-85D9-231421E1CCA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BBE7-7762-4790-90D5-95C4A9A4DBF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8032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56B7-7A55-4C45-85D9-231421E1CCA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BBE7-7762-4790-90D5-95C4A9A4DBF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329224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56B7-7A55-4C45-85D9-231421E1CCA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BBE7-7762-4790-90D5-95C4A9A4DBF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818868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56B7-7A55-4C45-85D9-231421E1CCA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BBE7-7762-4790-90D5-95C4A9A4DBF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27375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56B7-7A55-4C45-85D9-231421E1CCA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BBE7-7762-4790-90D5-95C4A9A4DBF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2637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56B7-7A55-4C45-85D9-231421E1CCA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BBE7-7762-4790-90D5-95C4A9A4DBF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0869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56B7-7A55-4C45-85D9-231421E1CCA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BBE7-7762-4790-90D5-95C4A9A4DBF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0390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56B7-7A55-4C45-85D9-231421E1CCA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BBE7-7762-4790-90D5-95C4A9A4DBF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92520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CAF956B7-7A55-4C45-85D9-231421E1CCA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EA43BBE7-7762-4790-90D5-95C4A9A4DBF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50316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56B7-7A55-4C45-85D9-231421E1CCA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BBE7-7762-4790-90D5-95C4A9A4DBF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7667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56B7-7A55-4C45-85D9-231421E1CCA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BBE7-7762-4790-90D5-95C4A9A4DBF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478033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56B7-7A55-4C45-85D9-231421E1CCA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BBE7-7762-4790-90D5-95C4A9A4DBF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18810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56B7-7A55-4C45-85D9-231421E1CCA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BBE7-7762-4790-90D5-95C4A9A4DBF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657674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56B7-7A55-4C45-85D9-231421E1CCA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BBE7-7762-4790-90D5-95C4A9A4DBF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9275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hu-H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AF956B7-7A55-4C45-85D9-231421E1CCA8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EA43BBE7-7762-4790-90D5-95C4A9A4DBF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785821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Relationship Id="rId5" Type="http://schemas.openxmlformats.org/officeDocument/2006/relationships/slide" Target="slide5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C03975C-548D-45C2-B562-EAE7C98E11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Magyarország 2025-ös lakosság adatai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7C3BD96-B3AB-44AA-A38D-AC11307F00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</a:t>
            </a:r>
            <a:r>
              <a:rPr lang="hu-HU" dirty="0" err="1"/>
              <a:t>Jászhalmi</a:t>
            </a:r>
            <a:r>
              <a:rPr lang="hu-HU" dirty="0"/>
              <a:t> Szabolcs, Jobbágy Szabolcs</a:t>
            </a:r>
          </a:p>
        </p:txBody>
      </p:sp>
    </p:spTree>
    <p:extLst>
      <p:ext uri="{BB962C8B-B14F-4D97-AF65-F5344CB8AC3E}">
        <p14:creationId xmlns:p14="http://schemas.microsoft.com/office/powerpoint/2010/main" val="30906660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B39E106-1C76-4E47-A78C-101EB86CB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0" dirty="0"/>
              <a:t>Menüpontok</a:t>
            </a:r>
          </a:p>
        </p:txBody>
      </p:sp>
      <p:sp>
        <p:nvSpPr>
          <p:cNvPr id="4" name="Téglalap 3">
            <a:hlinkClick r:id="rId2" action="ppaction://hlinksldjump"/>
            <a:extLst>
              <a:ext uri="{FF2B5EF4-FFF2-40B4-BE49-F238E27FC236}">
                <a16:creationId xmlns:a16="http://schemas.microsoft.com/office/drawing/2014/main" id="{E710908B-64B3-42E5-965D-B83B6D036A32}"/>
              </a:ext>
            </a:extLst>
          </p:cNvPr>
          <p:cNvSpPr/>
          <p:nvPr/>
        </p:nvSpPr>
        <p:spPr>
          <a:xfrm>
            <a:off x="259229" y="3092822"/>
            <a:ext cx="3591671" cy="242047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600" b="1" dirty="0"/>
              <a:t>Megye adatai</a:t>
            </a:r>
          </a:p>
        </p:txBody>
      </p:sp>
      <p:sp>
        <p:nvSpPr>
          <p:cNvPr id="5" name="Téglalap 4">
            <a:hlinkClick r:id="rId3" action="ppaction://hlinksldjump"/>
            <a:extLst>
              <a:ext uri="{FF2B5EF4-FFF2-40B4-BE49-F238E27FC236}">
                <a16:creationId xmlns:a16="http://schemas.microsoft.com/office/drawing/2014/main" id="{2A6D3233-60F6-4395-BB7C-BE85BAF93DAE}"/>
              </a:ext>
            </a:extLst>
          </p:cNvPr>
          <p:cNvSpPr/>
          <p:nvPr/>
        </p:nvSpPr>
        <p:spPr>
          <a:xfrm>
            <a:off x="4150410" y="3092822"/>
            <a:ext cx="3591671" cy="242047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600" b="1" dirty="0"/>
              <a:t>Település típusai</a:t>
            </a:r>
          </a:p>
        </p:txBody>
      </p:sp>
      <p:sp>
        <p:nvSpPr>
          <p:cNvPr id="9" name="Téglalap 8">
            <a:hlinkClick r:id="rId4" action="ppaction://hlinksldjump"/>
            <a:extLst>
              <a:ext uri="{FF2B5EF4-FFF2-40B4-BE49-F238E27FC236}">
                <a16:creationId xmlns:a16="http://schemas.microsoft.com/office/drawing/2014/main" id="{5D6FD580-A478-4658-8236-4EC94AA4F742}"/>
              </a:ext>
            </a:extLst>
          </p:cNvPr>
          <p:cNvSpPr/>
          <p:nvPr/>
        </p:nvSpPr>
        <p:spPr>
          <a:xfrm>
            <a:off x="8041591" y="3092822"/>
            <a:ext cx="3591671" cy="242047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600" b="1" dirty="0"/>
              <a:t>Kilépés</a:t>
            </a:r>
          </a:p>
        </p:txBody>
      </p:sp>
    </p:spTree>
    <p:extLst>
      <p:ext uri="{BB962C8B-B14F-4D97-AF65-F5344CB8AC3E}">
        <p14:creationId xmlns:p14="http://schemas.microsoft.com/office/powerpoint/2010/main" val="2513545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repeatCount="indefinite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Rot by="120000">
                                      <p:cBhvr>
                                        <p:cTn id="6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4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4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400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400" fill="hold">
                                          <p:stCondLst>
                                            <p:cond delay="16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2" presetClass="emph" presetSubtype="0" repeatCount="indefinite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Rot by="120000">
                                      <p:cBhvr>
                                        <p:cTn id="12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3" dur="4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4" dur="4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5" dur="400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6" dur="400" fill="hold">
                                          <p:stCondLst>
                                            <p:cond delay="16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" presetID="32" presetClass="emph" presetSubtype="0" repeatCount="indefinite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Rot by="120000">
                                      <p:cBhvr>
                                        <p:cTn id="18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9" dur="4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0" dur="4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1" dur="400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2" dur="400" fill="hold">
                                          <p:stCondLst>
                                            <p:cond delay="1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3502CF-82B5-4A1A-A5B1-5DD26C660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Megye adatai</a:t>
            </a:r>
          </a:p>
        </p:txBody>
      </p:sp>
      <p:pic>
        <p:nvPicPr>
          <p:cNvPr id="5" name="Tartalom helye 4" descr="Nyíl: forgatás balra egyszínű kitöltéssel">
            <a:hlinkClick r:id="rId2" action="ppaction://hlinksldjump"/>
            <a:extLst>
              <a:ext uri="{FF2B5EF4-FFF2-40B4-BE49-F238E27FC236}">
                <a16:creationId xmlns:a16="http://schemas.microsoft.com/office/drawing/2014/main" id="{42E4741F-7D86-4D40-90CB-71EBFD2F35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84139" y="321224"/>
            <a:ext cx="1222378" cy="1222378"/>
          </a:xfr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BFDD2F34-73C4-4E61-AF70-D0E1BD174F29}"/>
              </a:ext>
            </a:extLst>
          </p:cNvPr>
          <p:cNvSpPr txBox="1"/>
          <p:nvPr/>
        </p:nvSpPr>
        <p:spPr>
          <a:xfrm>
            <a:off x="582707" y="2321859"/>
            <a:ext cx="424030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/>
              <a:t>A </a:t>
            </a:r>
            <a:r>
              <a:rPr lang="hu-HU" sz="2400" b="1" dirty="0"/>
              <a:t>Megye adatai </a:t>
            </a:r>
            <a:r>
              <a:rPr lang="hu-HU" sz="2400" dirty="0"/>
              <a:t>opcióban lehetősége van a felhasználónak beírnia egy adott megye nevének rövidítését.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hu-HU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/>
              <a:t>Ezt követően a program kiírja a megye adatait.</a:t>
            </a:r>
          </a:p>
        </p:txBody>
      </p:sp>
      <p:sp>
        <p:nvSpPr>
          <p:cNvPr id="7" name="Téglalap 6">
            <a:hlinkClick r:id="rId5" action="ppaction://hlinksldjump"/>
            <a:extLst>
              <a:ext uri="{FF2B5EF4-FFF2-40B4-BE49-F238E27FC236}">
                <a16:creationId xmlns:a16="http://schemas.microsoft.com/office/drawing/2014/main" id="{A44EB67A-C8FF-4294-BB0C-3B0D2982315F}"/>
              </a:ext>
            </a:extLst>
          </p:cNvPr>
          <p:cNvSpPr/>
          <p:nvPr/>
        </p:nvSpPr>
        <p:spPr>
          <a:xfrm>
            <a:off x="9960534" y="5169549"/>
            <a:ext cx="2228288" cy="1688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dirty="0"/>
              <a:t>Kérem a megye rövidítését: </a:t>
            </a:r>
          </a:p>
        </p:txBody>
      </p:sp>
    </p:spTree>
    <p:extLst>
      <p:ext uri="{BB962C8B-B14F-4D97-AF65-F5344CB8AC3E}">
        <p14:creationId xmlns:p14="http://schemas.microsoft.com/office/powerpoint/2010/main" val="265233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2" presetClass="emph" presetSubtype="0" repeatCount="indefinite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Rot by="120000">
                                      <p:cBhvr>
                                        <p:cTn id="12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3" dur="4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4" dur="4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5" dur="400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6" dur="400" fill="hold">
                                          <p:stCondLst>
                                            <p:cond delay="1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2E346C-5E10-49FE-BDFC-E1EF1400B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Település típusai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A1ED55D-6B4B-41E7-BC75-1713822ED5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Tartalom helye 4" descr="Nyíl: forgatás balra egyszínű kitöltéssel">
            <a:hlinkClick r:id="rId2" action="ppaction://hlinksldjump"/>
            <a:extLst>
              <a:ext uri="{FF2B5EF4-FFF2-40B4-BE49-F238E27FC236}">
                <a16:creationId xmlns:a16="http://schemas.microsoft.com/office/drawing/2014/main" id="{D8E1433B-4373-4A58-B033-DFA1906CD7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84139" y="321224"/>
            <a:ext cx="1222378" cy="1222378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9592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>
            <a:extLst>
              <a:ext uri="{FF2B5EF4-FFF2-40B4-BE49-F238E27FC236}">
                <a16:creationId xmlns:a16="http://schemas.microsoft.com/office/drawing/2014/main" id="{8E0E6266-FAF8-4435-9F1C-FB95CE8E8A70}"/>
              </a:ext>
            </a:extLst>
          </p:cNvPr>
          <p:cNvSpPr/>
          <p:nvPr/>
        </p:nvSpPr>
        <p:spPr>
          <a:xfrm>
            <a:off x="394445" y="2859740"/>
            <a:ext cx="5701555" cy="7888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hu-HU" sz="3600" dirty="0"/>
              <a:t>Városok összes lakosa:</a:t>
            </a:r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B6E1A051-498B-4FA9-8D78-1E160C353BD2}"/>
              </a:ext>
            </a:extLst>
          </p:cNvPr>
          <p:cNvSpPr/>
          <p:nvPr/>
        </p:nvSpPr>
        <p:spPr>
          <a:xfrm>
            <a:off x="394445" y="1748117"/>
            <a:ext cx="5701555" cy="7888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hu-HU" sz="3600" dirty="0"/>
              <a:t>Összes lakos:</a:t>
            </a:r>
          </a:p>
        </p:txBody>
      </p:sp>
      <p:sp>
        <p:nvSpPr>
          <p:cNvPr id="6" name="Téglalap 5">
            <a:extLst>
              <a:ext uri="{FF2B5EF4-FFF2-40B4-BE49-F238E27FC236}">
                <a16:creationId xmlns:a16="http://schemas.microsoft.com/office/drawing/2014/main" id="{FF57D2E2-7B8E-4C9B-B789-1CAC9F0936B1}"/>
              </a:ext>
            </a:extLst>
          </p:cNvPr>
          <p:cNvSpPr/>
          <p:nvPr/>
        </p:nvSpPr>
        <p:spPr>
          <a:xfrm>
            <a:off x="394445" y="636494"/>
            <a:ext cx="5701555" cy="7888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hu-HU" sz="3600" dirty="0"/>
              <a:t>Települések száma:</a:t>
            </a: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D53D10D2-F258-4D63-8487-A03A3C0B73C7}"/>
              </a:ext>
            </a:extLst>
          </p:cNvPr>
          <p:cNvSpPr txBox="1"/>
          <p:nvPr/>
        </p:nvSpPr>
        <p:spPr>
          <a:xfrm>
            <a:off x="546847" y="4186518"/>
            <a:ext cx="517263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/>
              <a:t>A program a mintának és a megfelelően megfelelőén kiírja az adott megye </a:t>
            </a:r>
            <a:r>
              <a:rPr lang="hu-HU" sz="2400" b="1" dirty="0"/>
              <a:t>Településének a számát</a:t>
            </a:r>
            <a:r>
              <a:rPr lang="hu-HU" sz="2400" dirty="0"/>
              <a:t>, az </a:t>
            </a:r>
            <a:r>
              <a:rPr lang="hu-HU" sz="2400" b="1" dirty="0"/>
              <a:t>Összes lakost</a:t>
            </a:r>
            <a:r>
              <a:rPr lang="hu-HU" sz="2400" dirty="0"/>
              <a:t>, és a </a:t>
            </a:r>
            <a:r>
              <a:rPr lang="hu-HU" sz="2400" b="1" dirty="0"/>
              <a:t>Városok összes lakosának számát</a:t>
            </a:r>
          </a:p>
        </p:txBody>
      </p:sp>
    </p:spTree>
    <p:extLst>
      <p:ext uri="{BB962C8B-B14F-4D97-AF65-F5344CB8AC3E}">
        <p14:creationId xmlns:p14="http://schemas.microsoft.com/office/powerpoint/2010/main" val="400007005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Jegyezhető">
  <a:themeElements>
    <a:clrScheme name="Jegyezhető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Jegyezhető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Jegyezhető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7AF46513-5B0D-4B03-9323-32F3F0BFC9D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TM03457503[[fn=Jegyezhető]]</Template>
  <TotalTime>0</TotalTime>
  <Words>86</Words>
  <Application>Microsoft Office PowerPoint</Application>
  <PresentationFormat>Szélesvásznú</PresentationFormat>
  <Paragraphs>16</Paragraphs>
  <Slides>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9" baseType="lpstr">
      <vt:lpstr>Arial</vt:lpstr>
      <vt:lpstr>Century Gothic</vt:lpstr>
      <vt:lpstr>Wingdings 2</vt:lpstr>
      <vt:lpstr>Jegyezhető</vt:lpstr>
      <vt:lpstr>Magyarország 2025-ös lakosság adatai</vt:lpstr>
      <vt:lpstr>Menüpontok</vt:lpstr>
      <vt:lpstr>Megye adatai</vt:lpstr>
      <vt:lpstr>Település típusai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Magyarország 2025-ös lakosság adatai</dc:title>
  <dc:creator>Jobbágy Szabolcs</dc:creator>
  <cp:lastModifiedBy>Jászhalmi Szabolcs</cp:lastModifiedBy>
  <cp:revision>7</cp:revision>
  <dcterms:created xsi:type="dcterms:W3CDTF">2026-09-11T07:45:28Z</dcterms:created>
  <dcterms:modified xsi:type="dcterms:W3CDTF">2026-09-15T12:27:46Z</dcterms:modified>
</cp:coreProperties>
</file>