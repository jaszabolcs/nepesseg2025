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5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4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F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5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4"/>
          <p:cNvGrpSpPr/>
          <p:nvPr/>
        </p:nvGrpSpPr>
        <p:grpSpPr>
          <a:xfrm>
            <a:off x="323899" y="277561"/>
            <a:ext cx="11544216" cy="6302878"/>
            <a:chOff x="0" y="-241102"/>
            <a:chExt cx="23088432" cy="12605757"/>
          </a:xfrm>
        </p:grpSpPr>
        <p:grpSp>
          <p:nvGrpSpPr>
            <p:cNvPr id="62" name="Google Shape;62;p4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63" name="Google Shape;63;p4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64" name="Google Shape;64;p4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" name="Google Shape;65;p4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66" name="Google Shape;66;p4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67" name="Google Shape;67;p4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8" name="Google Shape;68;p4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69" name="Google Shape;69;p4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70" name="Google Shape;70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71" name="Google Shape;71;p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4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73" name="Google Shape;73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74" name="Google Shape;74;p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" name="Google Shape;75;p4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76" name="Google Shape;76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77" name="Google Shape;77;p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8" name="Google Shape;78;p4"/>
          <p:cNvSpPr txBox="1">
            <a:spLocks noGrp="1"/>
          </p:cNvSpPr>
          <p:nvPr>
            <p:ph type="title"/>
          </p:nvPr>
        </p:nvSpPr>
        <p:spPr>
          <a:xfrm>
            <a:off x="918900" y="1696450"/>
            <a:ext cx="10354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hu-HU"/>
              <a:t>Mintacím szerkesztése</a:t>
            </a:r>
            <a:endParaRPr/>
          </a:p>
        </p:txBody>
      </p:sp>
      <p:sp>
        <p:nvSpPr>
          <p:cNvPr id="79" name="Google Shape;79;p4"/>
          <p:cNvSpPr txBox="1">
            <a:spLocks noGrp="1"/>
          </p:cNvSpPr>
          <p:nvPr>
            <p:ph type="body" idx="1"/>
          </p:nvPr>
        </p:nvSpPr>
        <p:spPr>
          <a:xfrm>
            <a:off x="2026900" y="3267483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grpSp>
        <p:nvGrpSpPr>
          <p:cNvPr id="80" name="Google Shape;80;p4"/>
          <p:cNvGrpSpPr/>
          <p:nvPr/>
        </p:nvGrpSpPr>
        <p:grpSpPr>
          <a:xfrm>
            <a:off x="9738815" y="2947203"/>
            <a:ext cx="1780591" cy="963596"/>
            <a:chOff x="0" y="-113990"/>
            <a:chExt cx="3561183" cy="1927192"/>
          </a:xfrm>
        </p:grpSpPr>
        <p:grpSp>
          <p:nvGrpSpPr>
            <p:cNvPr id="81" name="Google Shape;81;p4"/>
            <p:cNvGrpSpPr/>
            <p:nvPr/>
          </p:nvGrpSpPr>
          <p:grpSpPr>
            <a:xfrm>
              <a:off x="1615742" y="1430417"/>
              <a:ext cx="1945437" cy="382785"/>
              <a:chOff x="0" y="-47625"/>
              <a:chExt cx="812800" cy="159927"/>
            </a:xfrm>
          </p:grpSpPr>
          <p:sp>
            <p:nvSpPr>
              <p:cNvPr id="82" name="Google Shape;82;p4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83" name="Google Shape;83;p4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" name="Google Shape;84;p4"/>
            <p:cNvGrpSpPr/>
            <p:nvPr/>
          </p:nvGrpSpPr>
          <p:grpSpPr>
            <a:xfrm>
              <a:off x="1366750" y="915948"/>
              <a:ext cx="2194433" cy="382785"/>
              <a:chOff x="0" y="-47625"/>
              <a:chExt cx="916830" cy="159927"/>
            </a:xfrm>
          </p:grpSpPr>
          <p:sp>
            <p:nvSpPr>
              <p:cNvPr id="85" name="Google Shape;85;p4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86" name="Google Shape;86;p4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4"/>
            <p:cNvGrpSpPr/>
            <p:nvPr/>
          </p:nvGrpSpPr>
          <p:grpSpPr>
            <a:xfrm>
              <a:off x="867619" y="-113990"/>
              <a:ext cx="1098851" cy="382785"/>
              <a:chOff x="0" y="-47625"/>
              <a:chExt cx="459098" cy="159927"/>
            </a:xfrm>
          </p:grpSpPr>
          <p:sp>
            <p:nvSpPr>
              <p:cNvPr id="88" name="Google Shape;88;p4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89" name="Google Shape;89;p4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4"/>
            <p:cNvGrpSpPr/>
            <p:nvPr/>
          </p:nvGrpSpPr>
          <p:grpSpPr>
            <a:xfrm>
              <a:off x="2220438" y="400979"/>
              <a:ext cx="1340733" cy="382785"/>
              <a:chOff x="0" y="-47625"/>
              <a:chExt cx="560156" cy="159927"/>
            </a:xfrm>
          </p:grpSpPr>
          <p:sp>
            <p:nvSpPr>
              <p:cNvPr id="91" name="Google Shape;91;p4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" name="Google Shape;92;p4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" name="Google Shape;93;p4"/>
            <p:cNvGrpSpPr/>
            <p:nvPr/>
          </p:nvGrpSpPr>
          <p:grpSpPr>
            <a:xfrm>
              <a:off x="2668624" y="-113990"/>
              <a:ext cx="892539" cy="382785"/>
              <a:chOff x="0" y="-47625"/>
              <a:chExt cx="372901" cy="159927"/>
            </a:xfrm>
          </p:grpSpPr>
          <p:sp>
            <p:nvSpPr>
              <p:cNvPr id="94" name="Google Shape;94;p4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5" name="Google Shape;95;p4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" name="Google Shape;96;p4"/>
            <p:cNvGrpSpPr/>
            <p:nvPr/>
          </p:nvGrpSpPr>
          <p:grpSpPr>
            <a:xfrm>
              <a:off x="377896" y="915948"/>
              <a:ext cx="892539" cy="382785"/>
              <a:chOff x="0" y="-47625"/>
              <a:chExt cx="372901" cy="159927"/>
            </a:xfrm>
          </p:grpSpPr>
          <p:sp>
            <p:nvSpPr>
              <p:cNvPr id="97" name="Google Shape;97;p4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8" name="Google Shape;98;p4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" name="Google Shape;99;p4"/>
            <p:cNvGrpSpPr/>
            <p:nvPr/>
          </p:nvGrpSpPr>
          <p:grpSpPr>
            <a:xfrm>
              <a:off x="634002" y="1430417"/>
              <a:ext cx="892539" cy="382785"/>
              <a:chOff x="0" y="-47625"/>
              <a:chExt cx="372901" cy="159927"/>
            </a:xfrm>
          </p:grpSpPr>
          <p:sp>
            <p:nvSpPr>
              <p:cNvPr id="100" name="Google Shape;100;p4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01" name="Google Shape;101;p4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" name="Google Shape;102;p4"/>
            <p:cNvGrpSpPr/>
            <p:nvPr/>
          </p:nvGrpSpPr>
          <p:grpSpPr>
            <a:xfrm>
              <a:off x="1615742" y="400979"/>
              <a:ext cx="544282" cy="382785"/>
              <a:chOff x="0" y="-47625"/>
              <a:chExt cx="227400" cy="159927"/>
            </a:xfrm>
          </p:grpSpPr>
          <p:sp>
            <p:nvSpPr>
              <p:cNvPr id="103" name="Google Shape;103;p4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04" name="Google Shape;104;p4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4"/>
            <p:cNvGrpSpPr/>
            <p:nvPr/>
          </p:nvGrpSpPr>
          <p:grpSpPr>
            <a:xfrm>
              <a:off x="0" y="1430417"/>
              <a:ext cx="544282" cy="382785"/>
              <a:chOff x="0" y="-47625"/>
              <a:chExt cx="227400" cy="159927"/>
            </a:xfrm>
          </p:grpSpPr>
          <p:sp>
            <p:nvSpPr>
              <p:cNvPr id="106" name="Google Shape;106;p4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07" name="Google Shape;107;p4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" name="Google Shape;108;p4"/>
            <p:cNvGrpSpPr/>
            <p:nvPr/>
          </p:nvGrpSpPr>
          <p:grpSpPr>
            <a:xfrm>
              <a:off x="2044509" y="-113990"/>
              <a:ext cx="544282" cy="382785"/>
              <a:chOff x="0" y="-47625"/>
              <a:chExt cx="227400" cy="159927"/>
            </a:xfrm>
          </p:grpSpPr>
          <p:sp>
            <p:nvSpPr>
              <p:cNvPr id="109" name="Google Shape;109;p4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10" name="Google Shape;110;p4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0262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5"/>
          <p:cNvGrpSpPr/>
          <p:nvPr/>
        </p:nvGrpSpPr>
        <p:grpSpPr>
          <a:xfrm>
            <a:off x="324041" y="217286"/>
            <a:ext cx="11544216" cy="6302878"/>
            <a:chOff x="0" y="-241102"/>
            <a:chExt cx="23088432" cy="12605757"/>
          </a:xfrm>
        </p:grpSpPr>
        <p:grpSp>
          <p:nvGrpSpPr>
            <p:cNvPr id="113" name="Google Shape;113;p5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114" name="Google Shape;114;p5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15" name="Google Shape;115;p5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" name="Google Shape;116;p5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117" name="Google Shape;117;p5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18" name="Google Shape;118;p5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19" name="Google Shape;119;p5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0" name="Google Shape;120;p5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121" name="Google Shape;121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22" name="Google Shape;122;p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" name="Google Shape;123;p5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124" name="Google Shape;124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25" name="Google Shape;125;p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" name="Google Shape;126;p5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127" name="Google Shape;127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28" name="Google Shape;128;p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9" name="Google Shape;129;p5"/>
          <p:cNvSpPr txBox="1">
            <a:spLocks noGrp="1"/>
          </p:cNvSpPr>
          <p:nvPr>
            <p:ph type="title"/>
          </p:nvPr>
        </p:nvSpPr>
        <p:spPr>
          <a:xfrm>
            <a:off x="1101799" y="951250"/>
            <a:ext cx="9988400" cy="9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9pPr>
          </a:lstStyle>
          <a:p>
            <a:r>
              <a:rPr lang="hu-HU"/>
              <a:t>Mintacím szerkesztése</a:t>
            </a:r>
            <a:endParaRPr/>
          </a:p>
        </p:txBody>
      </p:sp>
      <p:sp>
        <p:nvSpPr>
          <p:cNvPr id="130" name="Google Shape;130;p5"/>
          <p:cNvSpPr txBox="1">
            <a:spLocks noGrp="1"/>
          </p:cNvSpPr>
          <p:nvPr>
            <p:ph type="body" idx="1"/>
          </p:nvPr>
        </p:nvSpPr>
        <p:spPr>
          <a:xfrm>
            <a:off x="1923175" y="4872509"/>
            <a:ext cx="51816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267"/>
              </a:spcBef>
              <a:spcAft>
                <a:spcPts val="0"/>
              </a:spcAft>
              <a:buSzPts val="2400"/>
              <a:buNone/>
              <a:defRPr/>
            </a:lvl1pPr>
            <a:lvl2pPr marL="609630" lvl="1" indent="-152408" algn="l">
              <a:spcBef>
                <a:spcPts val="240"/>
              </a:spcBef>
              <a:spcAft>
                <a:spcPts val="0"/>
              </a:spcAft>
              <a:buSzPts val="2400"/>
              <a:buNone/>
              <a:defRPr/>
            </a:lvl2pPr>
            <a:lvl3pPr marL="914446" lvl="2" indent="-152408" algn="l">
              <a:spcBef>
                <a:spcPts val="213"/>
              </a:spcBef>
              <a:spcAft>
                <a:spcPts val="0"/>
              </a:spcAft>
              <a:buSzPts val="2400"/>
              <a:buNone/>
              <a:defRPr/>
            </a:lvl3pPr>
            <a:lvl4pPr marL="1219261" lvl="3" indent="-152408" algn="l">
              <a:spcBef>
                <a:spcPts val="187"/>
              </a:spcBef>
              <a:spcAft>
                <a:spcPts val="0"/>
              </a:spcAft>
              <a:buSzPts val="2400"/>
              <a:buNone/>
              <a:defRPr/>
            </a:lvl4pPr>
            <a:lvl5pPr marL="1524076" lvl="4" indent="-152408" algn="l">
              <a:spcBef>
                <a:spcPts val="187"/>
              </a:spcBef>
              <a:spcAft>
                <a:spcPts val="0"/>
              </a:spcAft>
              <a:buSzPts val="2400"/>
              <a:buNone/>
              <a:defRPr/>
            </a:lvl5pPr>
            <a:lvl6pPr marL="1828891" lvl="5" indent="-152408" algn="l">
              <a:spcBef>
                <a:spcPts val="187"/>
              </a:spcBef>
              <a:spcAft>
                <a:spcPts val="0"/>
              </a:spcAft>
              <a:buSzPts val="2400"/>
              <a:buNone/>
              <a:defRPr/>
            </a:lvl6pPr>
            <a:lvl7pPr marL="2133707" lvl="6" indent="-152408" algn="l">
              <a:spcBef>
                <a:spcPts val="187"/>
              </a:spcBef>
              <a:spcAft>
                <a:spcPts val="0"/>
              </a:spcAft>
              <a:buSzPts val="2400"/>
              <a:buNone/>
              <a:defRPr/>
            </a:lvl7pPr>
            <a:lvl8pPr marL="2438522" lvl="7" indent="-152408" algn="l">
              <a:spcBef>
                <a:spcPts val="187"/>
              </a:spcBef>
              <a:spcAft>
                <a:spcPts val="0"/>
              </a:spcAft>
              <a:buSzPts val="2400"/>
              <a:buNone/>
              <a:defRPr/>
            </a:lvl8pPr>
            <a:lvl9pPr marL="2743337" lvl="8" indent="-152408" algn="l">
              <a:spcBef>
                <a:spcPts val="187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grpSp>
        <p:nvGrpSpPr>
          <p:cNvPr id="131" name="Google Shape;131;p5"/>
          <p:cNvGrpSpPr/>
          <p:nvPr/>
        </p:nvGrpSpPr>
        <p:grpSpPr>
          <a:xfrm>
            <a:off x="9132184" y="4960057"/>
            <a:ext cx="2476433" cy="1212049"/>
            <a:chOff x="0" y="-208564"/>
            <a:chExt cx="6515785" cy="3526133"/>
          </a:xfrm>
        </p:grpSpPr>
        <p:grpSp>
          <p:nvGrpSpPr>
            <p:cNvPr id="132" name="Google Shape;132;p5"/>
            <p:cNvGrpSpPr/>
            <p:nvPr/>
          </p:nvGrpSpPr>
          <p:grpSpPr>
            <a:xfrm>
              <a:off x="2956287" y="2617201"/>
              <a:ext cx="3559495" cy="700368"/>
              <a:chOff x="0" y="-47625"/>
              <a:chExt cx="812800" cy="159927"/>
            </a:xfrm>
          </p:grpSpPr>
          <p:sp>
            <p:nvSpPr>
              <p:cNvPr id="133" name="Google Shape;133;p5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34" name="Google Shape;134;p5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5"/>
            <p:cNvGrpSpPr/>
            <p:nvPr/>
          </p:nvGrpSpPr>
          <p:grpSpPr>
            <a:xfrm>
              <a:off x="2500711" y="1675890"/>
              <a:ext cx="4015074" cy="700368"/>
              <a:chOff x="0" y="-47625"/>
              <a:chExt cx="916830" cy="159927"/>
            </a:xfrm>
          </p:grpSpPr>
          <p:sp>
            <p:nvSpPr>
              <p:cNvPr id="136" name="Google Shape;136;p5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37" name="Google Shape;137;p5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" name="Google Shape;138;p5"/>
            <p:cNvGrpSpPr/>
            <p:nvPr/>
          </p:nvGrpSpPr>
          <p:grpSpPr>
            <a:xfrm>
              <a:off x="1587463" y="-208564"/>
              <a:ext cx="2010528" cy="700368"/>
              <a:chOff x="0" y="-47625"/>
              <a:chExt cx="459098" cy="159927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40" name="Google Shape;140;p5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" name="Google Shape;141;p5"/>
            <p:cNvGrpSpPr/>
            <p:nvPr/>
          </p:nvGrpSpPr>
          <p:grpSpPr>
            <a:xfrm>
              <a:off x="4062684" y="733663"/>
              <a:ext cx="2453091" cy="700368"/>
              <a:chOff x="0" y="-47625"/>
              <a:chExt cx="560156" cy="159927"/>
            </a:xfrm>
          </p:grpSpPr>
          <p:sp>
            <p:nvSpPr>
              <p:cNvPr id="142" name="Google Shape;142;p5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43" name="Google Shape;143;p5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" name="Google Shape;144;p5"/>
            <p:cNvGrpSpPr/>
            <p:nvPr/>
          </p:nvGrpSpPr>
          <p:grpSpPr>
            <a:xfrm>
              <a:off x="4882719" y="-208564"/>
              <a:ext cx="1633045" cy="700368"/>
              <a:chOff x="0" y="-47625"/>
              <a:chExt cx="372901" cy="159927"/>
            </a:xfrm>
          </p:grpSpPr>
          <p:sp>
            <p:nvSpPr>
              <p:cNvPr id="145" name="Google Shape;145;p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46" name="Google Shape;146;p5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5"/>
            <p:cNvGrpSpPr/>
            <p:nvPr/>
          </p:nvGrpSpPr>
          <p:grpSpPr>
            <a:xfrm>
              <a:off x="691427" y="1675890"/>
              <a:ext cx="1633045" cy="700368"/>
              <a:chOff x="0" y="-47625"/>
              <a:chExt cx="372901" cy="159927"/>
            </a:xfrm>
          </p:grpSpPr>
          <p:sp>
            <p:nvSpPr>
              <p:cNvPr id="148" name="Google Shape;148;p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49" name="Google Shape;149;p5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5"/>
            <p:cNvGrpSpPr/>
            <p:nvPr/>
          </p:nvGrpSpPr>
          <p:grpSpPr>
            <a:xfrm>
              <a:off x="1160019" y="2617201"/>
              <a:ext cx="1633045" cy="700368"/>
              <a:chOff x="0" y="-47625"/>
              <a:chExt cx="372901" cy="159927"/>
            </a:xfrm>
          </p:grpSpPr>
          <p:sp>
            <p:nvSpPr>
              <p:cNvPr id="151" name="Google Shape;151;p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52" name="Google Shape;152;p5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2956287" y="733663"/>
              <a:ext cx="995853" cy="700368"/>
              <a:chOff x="0" y="-47625"/>
              <a:chExt cx="227400" cy="159927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55" name="Google Shape;155;p5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5"/>
            <p:cNvGrpSpPr/>
            <p:nvPr/>
          </p:nvGrpSpPr>
          <p:grpSpPr>
            <a:xfrm>
              <a:off x="0" y="2617201"/>
              <a:ext cx="995853" cy="700368"/>
              <a:chOff x="0" y="-47625"/>
              <a:chExt cx="227400" cy="159927"/>
            </a:xfrm>
          </p:grpSpPr>
          <p:sp>
            <p:nvSpPr>
              <p:cNvPr id="157" name="Google Shape;157;p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58" name="Google Shape;158;p5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5"/>
            <p:cNvGrpSpPr/>
            <p:nvPr/>
          </p:nvGrpSpPr>
          <p:grpSpPr>
            <a:xfrm>
              <a:off x="3740791" y="-208564"/>
              <a:ext cx="995853" cy="700368"/>
              <a:chOff x="0" y="-47625"/>
              <a:chExt cx="227400" cy="159927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61" name="Google Shape;161;p5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2" name="Google Shape;162;p5"/>
          <p:cNvGrpSpPr/>
          <p:nvPr/>
        </p:nvGrpSpPr>
        <p:grpSpPr>
          <a:xfrm rot="10800000">
            <a:off x="7911395" y="3215662"/>
            <a:ext cx="1804457" cy="1000269"/>
            <a:chOff x="0" y="-143394"/>
            <a:chExt cx="4479783" cy="2424307"/>
          </a:xfrm>
        </p:grpSpPr>
        <p:grpSp>
          <p:nvGrpSpPr>
            <p:cNvPr id="163" name="Google Shape;163;p5"/>
            <p:cNvGrpSpPr/>
            <p:nvPr/>
          </p:nvGrpSpPr>
          <p:grpSpPr>
            <a:xfrm>
              <a:off x="2032520" y="1799389"/>
              <a:ext cx="2447260" cy="481524"/>
              <a:chOff x="0" y="-47625"/>
              <a:chExt cx="812800" cy="159927"/>
            </a:xfrm>
          </p:grpSpPr>
          <p:sp>
            <p:nvSpPr>
              <p:cNvPr id="164" name="Google Shape;164;p5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65" name="Google Shape;165;p5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" name="Google Shape;166;p5"/>
            <p:cNvGrpSpPr/>
            <p:nvPr/>
          </p:nvGrpSpPr>
          <p:grpSpPr>
            <a:xfrm>
              <a:off x="1719300" y="1152214"/>
              <a:ext cx="2760483" cy="481524"/>
              <a:chOff x="0" y="-47625"/>
              <a:chExt cx="916830" cy="159927"/>
            </a:xfrm>
          </p:grpSpPr>
          <p:sp>
            <p:nvSpPr>
              <p:cNvPr id="167" name="Google Shape;167;p5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68" name="Google Shape;168;p5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" name="Google Shape;169;p5"/>
            <p:cNvGrpSpPr/>
            <p:nvPr/>
          </p:nvGrpSpPr>
          <p:grpSpPr>
            <a:xfrm>
              <a:off x="1091420" y="-143394"/>
              <a:ext cx="1382252" cy="481524"/>
              <a:chOff x="0" y="-47625"/>
              <a:chExt cx="459098" cy="159927"/>
            </a:xfrm>
          </p:grpSpPr>
          <p:sp>
            <p:nvSpPr>
              <p:cNvPr id="170" name="Google Shape;170;p5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71" name="Google Shape;171;p5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5"/>
            <p:cNvGrpSpPr/>
            <p:nvPr/>
          </p:nvGrpSpPr>
          <p:grpSpPr>
            <a:xfrm>
              <a:off x="2793195" y="504410"/>
              <a:ext cx="1686518" cy="481524"/>
              <a:chOff x="0" y="-47625"/>
              <a:chExt cx="560156" cy="159927"/>
            </a:xfrm>
          </p:grpSpPr>
          <p:sp>
            <p:nvSpPr>
              <p:cNvPr id="173" name="Google Shape;173;p5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74" name="Google Shape;174;p5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" name="Google Shape;175;p5"/>
            <p:cNvGrpSpPr/>
            <p:nvPr/>
          </p:nvGrpSpPr>
          <p:grpSpPr>
            <a:xfrm>
              <a:off x="3356989" y="-143394"/>
              <a:ext cx="1122768" cy="481524"/>
              <a:chOff x="0" y="-47625"/>
              <a:chExt cx="372901" cy="159927"/>
            </a:xfrm>
          </p:grpSpPr>
          <p:sp>
            <p:nvSpPr>
              <p:cNvPr id="176" name="Google Shape;176;p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77" name="Google Shape;177;p5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" name="Google Shape;178;p5"/>
            <p:cNvGrpSpPr/>
            <p:nvPr/>
          </p:nvGrpSpPr>
          <p:grpSpPr>
            <a:xfrm>
              <a:off x="475373" y="1152214"/>
              <a:ext cx="1122768" cy="481524"/>
              <a:chOff x="0" y="-47625"/>
              <a:chExt cx="372901" cy="159927"/>
            </a:xfrm>
          </p:grpSpPr>
          <p:sp>
            <p:nvSpPr>
              <p:cNvPr id="179" name="Google Shape;179;p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80" name="Google Shape;180;p5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" name="Google Shape;181;p5"/>
            <p:cNvGrpSpPr/>
            <p:nvPr/>
          </p:nvGrpSpPr>
          <p:grpSpPr>
            <a:xfrm>
              <a:off x="797541" y="1799389"/>
              <a:ext cx="1122768" cy="481524"/>
              <a:chOff x="0" y="-47625"/>
              <a:chExt cx="372901" cy="159927"/>
            </a:xfrm>
          </p:grpSpPr>
          <p:sp>
            <p:nvSpPr>
              <p:cNvPr id="182" name="Google Shape;182;p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83" name="Google Shape;183;p5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4" name="Google Shape;184;p5"/>
            <p:cNvGrpSpPr/>
            <p:nvPr/>
          </p:nvGrpSpPr>
          <p:grpSpPr>
            <a:xfrm>
              <a:off x="2032520" y="504410"/>
              <a:ext cx="684679" cy="481524"/>
              <a:chOff x="0" y="-47625"/>
              <a:chExt cx="227400" cy="159927"/>
            </a:xfrm>
          </p:grpSpPr>
          <p:sp>
            <p:nvSpPr>
              <p:cNvPr id="185" name="Google Shape;185;p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86" name="Google Shape;186;p5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7" name="Google Shape;187;p5"/>
            <p:cNvGrpSpPr/>
            <p:nvPr/>
          </p:nvGrpSpPr>
          <p:grpSpPr>
            <a:xfrm>
              <a:off x="0" y="1799389"/>
              <a:ext cx="684679" cy="481524"/>
              <a:chOff x="0" y="-47625"/>
              <a:chExt cx="227400" cy="159927"/>
            </a:xfrm>
          </p:grpSpPr>
          <p:sp>
            <p:nvSpPr>
              <p:cNvPr id="188" name="Google Shape;188;p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89" name="Google Shape;189;p5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" name="Google Shape;190;p5"/>
            <p:cNvGrpSpPr/>
            <p:nvPr/>
          </p:nvGrpSpPr>
          <p:grpSpPr>
            <a:xfrm>
              <a:off x="2571886" y="-143394"/>
              <a:ext cx="684679" cy="481524"/>
              <a:chOff x="0" y="-47625"/>
              <a:chExt cx="227400" cy="159927"/>
            </a:xfrm>
          </p:grpSpPr>
          <p:sp>
            <p:nvSpPr>
              <p:cNvPr id="191" name="Google Shape;191;p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92" name="Google Shape;192;p5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2815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6"/>
          <p:cNvGrpSpPr/>
          <p:nvPr/>
        </p:nvGrpSpPr>
        <p:grpSpPr>
          <a:xfrm>
            <a:off x="324041" y="217286"/>
            <a:ext cx="11544216" cy="6302878"/>
            <a:chOff x="0" y="-241102"/>
            <a:chExt cx="23088432" cy="12605757"/>
          </a:xfrm>
        </p:grpSpPr>
        <p:grpSp>
          <p:nvGrpSpPr>
            <p:cNvPr id="195" name="Google Shape;195;p6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196" name="Google Shape;196;p6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97" name="Google Shape;197;p6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" name="Google Shape;198;p6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199" name="Google Shape;199;p6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00" name="Google Shape;200;p6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01" name="Google Shape;201;p6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02" name="Google Shape;202;p6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203" name="Google Shape;203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04" name="Google Shape;204;p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" name="Google Shape;205;p6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206" name="Google Shape;20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07" name="Google Shape;207;p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" name="Google Shape;208;p6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209" name="Google Shape;209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10" name="Google Shape;210;p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1" name="Google Shape;211;p6"/>
          <p:cNvSpPr txBox="1">
            <a:spLocks noGrp="1"/>
          </p:cNvSpPr>
          <p:nvPr>
            <p:ph type="title"/>
          </p:nvPr>
        </p:nvSpPr>
        <p:spPr>
          <a:xfrm>
            <a:off x="919042" y="1490500"/>
            <a:ext cx="10354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9pPr>
          </a:lstStyle>
          <a:p>
            <a:r>
              <a:rPr lang="hu-HU"/>
              <a:t>Mintacím szerkesztése</a:t>
            </a:r>
            <a:endParaRPr/>
          </a:p>
        </p:txBody>
      </p:sp>
      <p:sp>
        <p:nvSpPr>
          <p:cNvPr id="212" name="Google Shape;212;p6"/>
          <p:cNvSpPr txBox="1">
            <a:spLocks noGrp="1"/>
          </p:cNvSpPr>
          <p:nvPr>
            <p:ph type="body" idx="1"/>
          </p:nvPr>
        </p:nvSpPr>
        <p:spPr>
          <a:xfrm>
            <a:off x="1828317" y="3023283"/>
            <a:ext cx="41888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609630" lvl="1" indent="-254013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914446" lvl="2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219261" lvl="3" indent="-254013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1524076" lvl="4" indent="-254013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1828891" lvl="5" indent="-254013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2133707" lvl="6" indent="-254013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2438522" lvl="7" indent="-254013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2743337" lvl="8" indent="-254013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13" name="Google Shape;213;p6"/>
          <p:cNvSpPr txBox="1">
            <a:spLocks noGrp="1"/>
          </p:cNvSpPr>
          <p:nvPr>
            <p:ph type="body" idx="2"/>
          </p:nvPr>
        </p:nvSpPr>
        <p:spPr>
          <a:xfrm>
            <a:off x="6175159" y="3023283"/>
            <a:ext cx="41888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609630" lvl="1" indent="-254013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914446" lvl="2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219261" lvl="3" indent="-254013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1524076" lvl="4" indent="-254013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1828891" lvl="5" indent="-254013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2133707" lvl="6" indent="-254013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2438522" lvl="7" indent="-254013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2743337" lvl="8" indent="-254013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pPr lvl="0"/>
            <a:r>
              <a:rPr lang="hu-HU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1941174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7"/>
          <p:cNvGrpSpPr/>
          <p:nvPr/>
        </p:nvGrpSpPr>
        <p:grpSpPr>
          <a:xfrm>
            <a:off x="324041" y="217286"/>
            <a:ext cx="11544216" cy="6302878"/>
            <a:chOff x="0" y="-241102"/>
            <a:chExt cx="23088432" cy="12605757"/>
          </a:xfrm>
        </p:grpSpPr>
        <p:grpSp>
          <p:nvGrpSpPr>
            <p:cNvPr id="216" name="Google Shape;216;p7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217" name="Google Shape;217;p7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18" name="Google Shape;218;p7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7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220" name="Google Shape;220;p7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21" name="Google Shape;221;p7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22" name="Google Shape;222;p7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23" name="Google Shape;223;p7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224" name="Google Shape;224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25" name="Google Shape;225;p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6" name="Google Shape;226;p7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227" name="Google Shape;227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28" name="Google Shape;228;p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9" name="Google Shape;229;p7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230" name="Google Shape;230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31" name="Google Shape;231;p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2" name="Google Shape;232;p7"/>
          <p:cNvSpPr txBox="1">
            <a:spLocks noGrp="1"/>
          </p:cNvSpPr>
          <p:nvPr>
            <p:ph type="title"/>
          </p:nvPr>
        </p:nvSpPr>
        <p:spPr>
          <a:xfrm>
            <a:off x="919042" y="1417483"/>
            <a:ext cx="10354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hu-HU"/>
              <a:t>Mintacím szerkesztése</a:t>
            </a:r>
            <a:endParaRPr/>
          </a:p>
        </p:txBody>
      </p:sp>
      <p:sp>
        <p:nvSpPr>
          <p:cNvPr id="233" name="Google Shape;233;p7"/>
          <p:cNvSpPr txBox="1">
            <a:spLocks noGrp="1"/>
          </p:cNvSpPr>
          <p:nvPr>
            <p:ph type="body" idx="1"/>
          </p:nvPr>
        </p:nvSpPr>
        <p:spPr>
          <a:xfrm>
            <a:off x="2286017" y="3509383"/>
            <a:ext cx="3740600" cy="2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609630" lvl="1" indent="-254013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914446" lvl="2" indent="-254013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219261" lvl="3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1524076" lvl="4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1828891" lvl="5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2133707" lvl="6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2438522" lvl="7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2743337" lvl="8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4" name="Google Shape;234;p7"/>
          <p:cNvSpPr txBox="1">
            <a:spLocks noGrp="1"/>
          </p:cNvSpPr>
          <p:nvPr>
            <p:ph type="body" idx="2"/>
          </p:nvPr>
        </p:nvSpPr>
        <p:spPr>
          <a:xfrm>
            <a:off x="6163577" y="3509383"/>
            <a:ext cx="3742400" cy="2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609630" lvl="1" indent="-254013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914446" lvl="2" indent="-254013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219261" lvl="3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1524076" lvl="4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1828891" lvl="5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2133707" lvl="6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2438522" lvl="7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2743337" lvl="8" indent="-25401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pPr lvl="0"/>
            <a:r>
              <a:rPr lang="hu-HU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379621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8"/>
          <p:cNvGrpSpPr/>
          <p:nvPr/>
        </p:nvGrpSpPr>
        <p:grpSpPr>
          <a:xfrm>
            <a:off x="324041" y="217286"/>
            <a:ext cx="11544216" cy="6302878"/>
            <a:chOff x="0" y="-241102"/>
            <a:chExt cx="23088432" cy="12605757"/>
          </a:xfrm>
        </p:grpSpPr>
        <p:grpSp>
          <p:nvGrpSpPr>
            <p:cNvPr id="237" name="Google Shape;237;p8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238" name="Google Shape;238;p8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39" name="Google Shape;239;p8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" name="Google Shape;240;p8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241" name="Google Shape;241;p8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42" name="Google Shape;242;p8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43" name="Google Shape;243;p8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44" name="Google Shape;244;p8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245" name="Google Shape;245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46" name="Google Shape;246;p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7" name="Google Shape;247;p8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248" name="Google Shape;248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49" name="Google Shape;249;p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p8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251" name="Google Shape;251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52" name="Google Shape;252;p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3" name="Google Shape;253;p8"/>
          <p:cNvSpPr txBox="1">
            <a:spLocks noGrp="1"/>
          </p:cNvSpPr>
          <p:nvPr>
            <p:ph type="title"/>
          </p:nvPr>
        </p:nvSpPr>
        <p:spPr>
          <a:xfrm>
            <a:off x="918900" y="1489817"/>
            <a:ext cx="10354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hu-HU"/>
              <a:t>Mintacím szerkesztése</a:t>
            </a:r>
            <a:endParaRPr/>
          </a:p>
        </p:txBody>
      </p:sp>
      <p:grpSp>
        <p:nvGrpSpPr>
          <p:cNvPr id="254" name="Google Shape;254;p8"/>
          <p:cNvGrpSpPr/>
          <p:nvPr/>
        </p:nvGrpSpPr>
        <p:grpSpPr>
          <a:xfrm>
            <a:off x="8407743" y="4380799"/>
            <a:ext cx="3098470" cy="1676793"/>
            <a:chOff x="0" y="-198358"/>
            <a:chExt cx="6196940" cy="3353587"/>
          </a:xfrm>
        </p:grpSpPr>
        <p:grpSp>
          <p:nvGrpSpPr>
            <p:cNvPr id="255" name="Google Shape;255;p8"/>
            <p:cNvGrpSpPr/>
            <p:nvPr/>
          </p:nvGrpSpPr>
          <p:grpSpPr>
            <a:xfrm>
              <a:off x="2811625" y="2489133"/>
              <a:ext cx="3385312" cy="666096"/>
              <a:chOff x="0" y="-47625"/>
              <a:chExt cx="812800" cy="159927"/>
            </a:xfrm>
          </p:grpSpPr>
          <p:sp>
            <p:nvSpPr>
              <p:cNvPr id="256" name="Google Shape;256;p8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57" name="Google Shape;257;p8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8" name="Google Shape;258;p8"/>
            <p:cNvGrpSpPr/>
            <p:nvPr/>
          </p:nvGrpSpPr>
          <p:grpSpPr>
            <a:xfrm>
              <a:off x="2378343" y="1593883"/>
              <a:ext cx="3818597" cy="666096"/>
              <a:chOff x="0" y="-47625"/>
              <a:chExt cx="916830" cy="159927"/>
            </a:xfrm>
          </p:grpSpPr>
          <p:sp>
            <p:nvSpPr>
              <p:cNvPr id="259" name="Google Shape;259;p8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60" name="Google Shape;260;p8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1" name="Google Shape;261;p8"/>
            <p:cNvGrpSpPr/>
            <p:nvPr/>
          </p:nvGrpSpPr>
          <p:grpSpPr>
            <a:xfrm>
              <a:off x="1509783" y="-198358"/>
              <a:ext cx="1912143" cy="666096"/>
              <a:chOff x="0" y="-47625"/>
              <a:chExt cx="459098" cy="159927"/>
            </a:xfrm>
          </p:grpSpPr>
          <p:sp>
            <p:nvSpPr>
              <p:cNvPr id="262" name="Google Shape;262;p8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63" name="Google Shape;263;p8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4" name="Google Shape;264;p8"/>
            <p:cNvGrpSpPr/>
            <p:nvPr/>
          </p:nvGrpSpPr>
          <p:grpSpPr>
            <a:xfrm>
              <a:off x="3863883" y="697763"/>
              <a:ext cx="2333050" cy="666096"/>
              <a:chOff x="0" y="-47625"/>
              <a:chExt cx="560156" cy="159927"/>
            </a:xfrm>
          </p:grpSpPr>
          <p:sp>
            <p:nvSpPr>
              <p:cNvPr id="265" name="Google Shape;265;p8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66" name="Google Shape;266;p8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7" name="Google Shape;267;p8"/>
            <p:cNvGrpSpPr/>
            <p:nvPr/>
          </p:nvGrpSpPr>
          <p:grpSpPr>
            <a:xfrm>
              <a:off x="4643791" y="-198358"/>
              <a:ext cx="1553133" cy="666096"/>
              <a:chOff x="0" y="-47625"/>
              <a:chExt cx="372901" cy="159927"/>
            </a:xfrm>
          </p:grpSpPr>
          <p:sp>
            <p:nvSpPr>
              <p:cNvPr id="268" name="Google Shape;268;p8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69" name="Google Shape;269;p8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0" name="Google Shape;270;p8"/>
            <p:cNvGrpSpPr/>
            <p:nvPr/>
          </p:nvGrpSpPr>
          <p:grpSpPr>
            <a:xfrm>
              <a:off x="657593" y="1593883"/>
              <a:ext cx="1553133" cy="666096"/>
              <a:chOff x="0" y="-47625"/>
              <a:chExt cx="372901" cy="159927"/>
            </a:xfrm>
          </p:grpSpPr>
          <p:sp>
            <p:nvSpPr>
              <p:cNvPr id="271" name="Google Shape;271;p8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72" name="Google Shape;272;p8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3" name="Google Shape;273;p8"/>
            <p:cNvGrpSpPr/>
            <p:nvPr/>
          </p:nvGrpSpPr>
          <p:grpSpPr>
            <a:xfrm>
              <a:off x="1103255" y="2489133"/>
              <a:ext cx="1553133" cy="666096"/>
              <a:chOff x="0" y="-47625"/>
              <a:chExt cx="372901" cy="159927"/>
            </a:xfrm>
          </p:grpSpPr>
          <p:sp>
            <p:nvSpPr>
              <p:cNvPr id="274" name="Google Shape;274;p8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75" name="Google Shape;275;p8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6" name="Google Shape;276;p8"/>
            <p:cNvGrpSpPr/>
            <p:nvPr/>
          </p:nvGrpSpPr>
          <p:grpSpPr>
            <a:xfrm>
              <a:off x="2811625" y="697763"/>
              <a:ext cx="947121" cy="666096"/>
              <a:chOff x="0" y="-47625"/>
              <a:chExt cx="227400" cy="159927"/>
            </a:xfrm>
          </p:grpSpPr>
          <p:sp>
            <p:nvSpPr>
              <p:cNvPr id="277" name="Google Shape;277;p8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78" name="Google Shape;278;p8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9" name="Google Shape;279;p8"/>
            <p:cNvGrpSpPr/>
            <p:nvPr/>
          </p:nvGrpSpPr>
          <p:grpSpPr>
            <a:xfrm>
              <a:off x="0" y="2489133"/>
              <a:ext cx="947121" cy="666096"/>
              <a:chOff x="0" y="-47625"/>
              <a:chExt cx="227400" cy="159927"/>
            </a:xfrm>
          </p:grpSpPr>
          <p:sp>
            <p:nvSpPr>
              <p:cNvPr id="280" name="Google Shape;280;p8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81" name="Google Shape;281;p8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2" name="Google Shape;282;p8"/>
            <p:cNvGrpSpPr/>
            <p:nvPr/>
          </p:nvGrpSpPr>
          <p:grpSpPr>
            <a:xfrm>
              <a:off x="3557742" y="-198358"/>
              <a:ext cx="947121" cy="666096"/>
              <a:chOff x="0" y="-47625"/>
              <a:chExt cx="227400" cy="159927"/>
            </a:xfrm>
          </p:grpSpPr>
          <p:sp>
            <p:nvSpPr>
              <p:cNvPr id="283" name="Google Shape;283;p8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84" name="Google Shape;284;p8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4654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9"/>
          <p:cNvGrpSpPr/>
          <p:nvPr/>
        </p:nvGrpSpPr>
        <p:grpSpPr>
          <a:xfrm>
            <a:off x="324041" y="217286"/>
            <a:ext cx="11544216" cy="6302878"/>
            <a:chOff x="0" y="-241102"/>
            <a:chExt cx="23088432" cy="12605757"/>
          </a:xfrm>
        </p:grpSpPr>
        <p:grpSp>
          <p:nvGrpSpPr>
            <p:cNvPr id="287" name="Google Shape;287;p9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288" name="Google Shape;288;p9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89" name="Google Shape;289;p9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0" name="Google Shape;290;p9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291" name="Google Shape;291;p9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92" name="Google Shape;292;p9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93" name="Google Shape;293;p9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94" name="Google Shape;294;p9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295" name="Google Shape;295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96" name="Google Shape;296;p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9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298" name="Google Shape;298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99" name="Google Shape;299;p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9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301" name="Google Shape;301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02" name="Google Shape;302;p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3" name="Google Shape;303;p9"/>
          <p:cNvSpPr txBox="1">
            <a:spLocks noGrp="1"/>
          </p:cNvSpPr>
          <p:nvPr>
            <p:ph type="title"/>
          </p:nvPr>
        </p:nvSpPr>
        <p:spPr>
          <a:xfrm>
            <a:off x="893042" y="1984050"/>
            <a:ext cx="104062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6600">
                <a:latin typeface="Courier"/>
                <a:ea typeface="Courier"/>
                <a:cs typeface="Courier"/>
                <a:sym typeface="Courier"/>
              </a:defRPr>
            </a:lvl9pPr>
          </a:lstStyle>
          <a:p>
            <a:r>
              <a:rPr lang="hu-HU"/>
              <a:t>Mintacím szerkesztése</a:t>
            </a:r>
            <a:endParaRPr/>
          </a:p>
        </p:txBody>
      </p:sp>
      <p:sp>
        <p:nvSpPr>
          <p:cNvPr id="304" name="Google Shape;304;p9"/>
          <p:cNvSpPr txBox="1">
            <a:spLocks noGrp="1"/>
          </p:cNvSpPr>
          <p:nvPr>
            <p:ph type="body" idx="1"/>
          </p:nvPr>
        </p:nvSpPr>
        <p:spPr>
          <a:xfrm>
            <a:off x="5154933" y="3424517"/>
            <a:ext cx="6225400" cy="29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609630" lvl="1" indent="-254013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914446" lvl="2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219261" lvl="3" indent="-254013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1524076" lvl="4" indent="-254013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1828891" lvl="5" indent="-254013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2133707" lvl="6" indent="-254013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2438522" lvl="7" indent="-254013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2743337" lvl="8" indent="-254013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5" name="Google Shape;305;p9"/>
          <p:cNvSpPr txBox="1">
            <a:spLocks noGrp="1"/>
          </p:cNvSpPr>
          <p:nvPr>
            <p:ph type="body" idx="2"/>
          </p:nvPr>
        </p:nvSpPr>
        <p:spPr>
          <a:xfrm>
            <a:off x="1203267" y="3595009"/>
            <a:ext cx="3664000" cy="2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609630" lvl="1" indent="-152408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914446" lvl="2" indent="-152408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219261" lvl="3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1524076" lvl="4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1828891" lvl="5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2133707" lvl="6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2438522" lvl="7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2743337" lvl="8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grpSp>
        <p:nvGrpSpPr>
          <p:cNvPr id="306" name="Google Shape;306;p9"/>
          <p:cNvGrpSpPr/>
          <p:nvPr/>
        </p:nvGrpSpPr>
        <p:grpSpPr>
          <a:xfrm>
            <a:off x="9794618" y="2219635"/>
            <a:ext cx="1379893" cy="792783"/>
            <a:chOff x="0" y="-126054"/>
            <a:chExt cx="3938053" cy="2131138"/>
          </a:xfrm>
        </p:grpSpPr>
        <p:grpSp>
          <p:nvGrpSpPr>
            <p:cNvPr id="307" name="Google Shape;307;p9"/>
            <p:cNvGrpSpPr/>
            <p:nvPr/>
          </p:nvGrpSpPr>
          <p:grpSpPr>
            <a:xfrm>
              <a:off x="1786728" y="1581789"/>
              <a:ext cx="2151319" cy="423295"/>
              <a:chOff x="0" y="-47625"/>
              <a:chExt cx="812800" cy="159927"/>
            </a:xfrm>
          </p:grpSpPr>
          <p:sp>
            <p:nvSpPr>
              <p:cNvPr id="308" name="Google Shape;308;p9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09" name="Google Shape;309;p9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0" name="Google Shape;310;p9"/>
            <p:cNvGrpSpPr/>
            <p:nvPr/>
          </p:nvGrpSpPr>
          <p:grpSpPr>
            <a:xfrm>
              <a:off x="1511387" y="1012877"/>
              <a:ext cx="2426666" cy="423295"/>
              <a:chOff x="0" y="-47625"/>
              <a:chExt cx="916830" cy="159927"/>
            </a:xfrm>
          </p:grpSpPr>
          <p:sp>
            <p:nvSpPr>
              <p:cNvPr id="311" name="Google Shape;311;p9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12" name="Google Shape;312;p9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3" name="Google Shape;313;p9"/>
            <p:cNvGrpSpPr/>
            <p:nvPr/>
          </p:nvGrpSpPr>
          <p:grpSpPr>
            <a:xfrm>
              <a:off x="959435" y="-126054"/>
              <a:ext cx="1215141" cy="423295"/>
              <a:chOff x="0" y="-47625"/>
              <a:chExt cx="459098" cy="159927"/>
            </a:xfrm>
          </p:grpSpPr>
          <p:sp>
            <p:nvSpPr>
              <p:cNvPr id="314" name="Google Shape;314;p9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15" name="Google Shape;315;p9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6" name="Google Shape;316;p9"/>
            <p:cNvGrpSpPr/>
            <p:nvPr/>
          </p:nvGrpSpPr>
          <p:grpSpPr>
            <a:xfrm>
              <a:off x="2455415" y="443412"/>
              <a:ext cx="1482565" cy="423295"/>
              <a:chOff x="0" y="-47625"/>
              <a:chExt cx="560156" cy="159927"/>
            </a:xfrm>
          </p:grpSpPr>
          <p:sp>
            <p:nvSpPr>
              <p:cNvPr id="317" name="Google Shape;317;p9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18" name="Google Shape;318;p9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9" name="Google Shape;319;p9"/>
            <p:cNvGrpSpPr/>
            <p:nvPr/>
          </p:nvGrpSpPr>
          <p:grpSpPr>
            <a:xfrm>
              <a:off x="2951031" y="-126054"/>
              <a:ext cx="986994" cy="423295"/>
              <a:chOff x="0" y="-47625"/>
              <a:chExt cx="372901" cy="159927"/>
            </a:xfrm>
          </p:grpSpPr>
          <p:sp>
            <p:nvSpPr>
              <p:cNvPr id="320" name="Google Shape;320;p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21" name="Google Shape;321;p9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2" name="Google Shape;322;p9"/>
            <p:cNvGrpSpPr/>
            <p:nvPr/>
          </p:nvGrpSpPr>
          <p:grpSpPr>
            <a:xfrm>
              <a:off x="417886" y="1012877"/>
              <a:ext cx="986994" cy="423295"/>
              <a:chOff x="0" y="-47625"/>
              <a:chExt cx="372901" cy="159927"/>
            </a:xfrm>
          </p:grpSpPr>
          <p:sp>
            <p:nvSpPr>
              <p:cNvPr id="323" name="Google Shape;323;p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24" name="Google Shape;324;p9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" name="Google Shape;325;p9"/>
            <p:cNvGrpSpPr/>
            <p:nvPr/>
          </p:nvGrpSpPr>
          <p:grpSpPr>
            <a:xfrm>
              <a:off x="701095" y="1581789"/>
              <a:ext cx="986994" cy="423295"/>
              <a:chOff x="0" y="-47625"/>
              <a:chExt cx="372901" cy="159927"/>
            </a:xfrm>
          </p:grpSpPr>
          <p:sp>
            <p:nvSpPr>
              <p:cNvPr id="326" name="Google Shape;326;p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27" name="Google Shape;327;p9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9"/>
            <p:cNvGrpSpPr/>
            <p:nvPr/>
          </p:nvGrpSpPr>
          <p:grpSpPr>
            <a:xfrm>
              <a:off x="1786728" y="443412"/>
              <a:ext cx="601882" cy="423295"/>
              <a:chOff x="0" y="-47625"/>
              <a:chExt cx="227400" cy="159927"/>
            </a:xfrm>
          </p:grpSpPr>
          <p:sp>
            <p:nvSpPr>
              <p:cNvPr id="329" name="Google Shape;329;p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30" name="Google Shape;330;p9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1" name="Google Shape;331;p9"/>
            <p:cNvGrpSpPr/>
            <p:nvPr/>
          </p:nvGrpSpPr>
          <p:grpSpPr>
            <a:xfrm>
              <a:off x="0" y="1581789"/>
              <a:ext cx="601882" cy="423295"/>
              <a:chOff x="0" y="-47625"/>
              <a:chExt cx="227400" cy="159927"/>
            </a:xfrm>
          </p:grpSpPr>
          <p:sp>
            <p:nvSpPr>
              <p:cNvPr id="332" name="Google Shape;332;p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33" name="Google Shape;333;p9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4" name="Google Shape;334;p9"/>
            <p:cNvGrpSpPr/>
            <p:nvPr/>
          </p:nvGrpSpPr>
          <p:grpSpPr>
            <a:xfrm>
              <a:off x="2260869" y="-126054"/>
              <a:ext cx="601882" cy="423295"/>
              <a:chOff x="0" y="-47625"/>
              <a:chExt cx="227400" cy="159927"/>
            </a:xfrm>
          </p:grpSpPr>
          <p:sp>
            <p:nvSpPr>
              <p:cNvPr id="335" name="Google Shape;335;p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36" name="Google Shape;336;p9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7" name="Google Shape;337;p9"/>
          <p:cNvGrpSpPr/>
          <p:nvPr/>
        </p:nvGrpSpPr>
        <p:grpSpPr>
          <a:xfrm rot="10800000">
            <a:off x="9794576" y="5183714"/>
            <a:ext cx="1379893" cy="792783"/>
            <a:chOff x="0" y="-126054"/>
            <a:chExt cx="3938053" cy="2131138"/>
          </a:xfrm>
        </p:grpSpPr>
        <p:grpSp>
          <p:nvGrpSpPr>
            <p:cNvPr id="338" name="Google Shape;338;p9"/>
            <p:cNvGrpSpPr/>
            <p:nvPr/>
          </p:nvGrpSpPr>
          <p:grpSpPr>
            <a:xfrm>
              <a:off x="1786728" y="1581789"/>
              <a:ext cx="2151319" cy="423295"/>
              <a:chOff x="0" y="-47625"/>
              <a:chExt cx="812800" cy="159927"/>
            </a:xfrm>
          </p:grpSpPr>
          <p:sp>
            <p:nvSpPr>
              <p:cNvPr id="339" name="Google Shape;339;p9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40" name="Google Shape;340;p9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1" name="Google Shape;341;p9"/>
            <p:cNvGrpSpPr/>
            <p:nvPr/>
          </p:nvGrpSpPr>
          <p:grpSpPr>
            <a:xfrm>
              <a:off x="1511387" y="1012877"/>
              <a:ext cx="2426666" cy="423295"/>
              <a:chOff x="0" y="-47625"/>
              <a:chExt cx="916830" cy="159927"/>
            </a:xfrm>
          </p:grpSpPr>
          <p:sp>
            <p:nvSpPr>
              <p:cNvPr id="342" name="Google Shape;342;p9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43" name="Google Shape;343;p9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4" name="Google Shape;344;p9"/>
            <p:cNvGrpSpPr/>
            <p:nvPr/>
          </p:nvGrpSpPr>
          <p:grpSpPr>
            <a:xfrm>
              <a:off x="959435" y="-126054"/>
              <a:ext cx="1215141" cy="423295"/>
              <a:chOff x="0" y="-47625"/>
              <a:chExt cx="459098" cy="159927"/>
            </a:xfrm>
          </p:grpSpPr>
          <p:sp>
            <p:nvSpPr>
              <p:cNvPr id="345" name="Google Shape;345;p9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46" name="Google Shape;346;p9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7" name="Google Shape;347;p9"/>
            <p:cNvGrpSpPr/>
            <p:nvPr/>
          </p:nvGrpSpPr>
          <p:grpSpPr>
            <a:xfrm>
              <a:off x="2455415" y="443412"/>
              <a:ext cx="1482565" cy="423295"/>
              <a:chOff x="0" y="-47625"/>
              <a:chExt cx="560156" cy="159927"/>
            </a:xfrm>
          </p:grpSpPr>
          <p:sp>
            <p:nvSpPr>
              <p:cNvPr id="348" name="Google Shape;348;p9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49" name="Google Shape;349;p9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" name="Google Shape;350;p9"/>
            <p:cNvGrpSpPr/>
            <p:nvPr/>
          </p:nvGrpSpPr>
          <p:grpSpPr>
            <a:xfrm>
              <a:off x="2951031" y="-126054"/>
              <a:ext cx="986994" cy="423295"/>
              <a:chOff x="0" y="-47625"/>
              <a:chExt cx="372901" cy="159927"/>
            </a:xfrm>
          </p:grpSpPr>
          <p:sp>
            <p:nvSpPr>
              <p:cNvPr id="351" name="Google Shape;351;p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52" name="Google Shape;352;p9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3" name="Google Shape;353;p9"/>
            <p:cNvGrpSpPr/>
            <p:nvPr/>
          </p:nvGrpSpPr>
          <p:grpSpPr>
            <a:xfrm>
              <a:off x="417886" y="1012877"/>
              <a:ext cx="986994" cy="423295"/>
              <a:chOff x="0" y="-47625"/>
              <a:chExt cx="372901" cy="159927"/>
            </a:xfrm>
          </p:grpSpPr>
          <p:sp>
            <p:nvSpPr>
              <p:cNvPr id="354" name="Google Shape;354;p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55" name="Google Shape;355;p9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6" name="Google Shape;356;p9"/>
            <p:cNvGrpSpPr/>
            <p:nvPr/>
          </p:nvGrpSpPr>
          <p:grpSpPr>
            <a:xfrm>
              <a:off x="701095" y="1581789"/>
              <a:ext cx="986994" cy="423295"/>
              <a:chOff x="0" y="-47625"/>
              <a:chExt cx="372901" cy="159927"/>
            </a:xfrm>
          </p:grpSpPr>
          <p:sp>
            <p:nvSpPr>
              <p:cNvPr id="357" name="Google Shape;357;p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58" name="Google Shape;358;p9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9" name="Google Shape;359;p9"/>
            <p:cNvGrpSpPr/>
            <p:nvPr/>
          </p:nvGrpSpPr>
          <p:grpSpPr>
            <a:xfrm>
              <a:off x="1786728" y="443412"/>
              <a:ext cx="601882" cy="423295"/>
              <a:chOff x="0" y="-47625"/>
              <a:chExt cx="227400" cy="159927"/>
            </a:xfrm>
          </p:grpSpPr>
          <p:sp>
            <p:nvSpPr>
              <p:cNvPr id="360" name="Google Shape;360;p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61" name="Google Shape;361;p9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2" name="Google Shape;362;p9"/>
            <p:cNvGrpSpPr/>
            <p:nvPr/>
          </p:nvGrpSpPr>
          <p:grpSpPr>
            <a:xfrm>
              <a:off x="0" y="1581789"/>
              <a:ext cx="601882" cy="423295"/>
              <a:chOff x="0" y="-47625"/>
              <a:chExt cx="227400" cy="159927"/>
            </a:xfrm>
          </p:grpSpPr>
          <p:sp>
            <p:nvSpPr>
              <p:cNvPr id="363" name="Google Shape;363;p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64" name="Google Shape;364;p9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5" name="Google Shape;365;p9"/>
            <p:cNvGrpSpPr/>
            <p:nvPr/>
          </p:nvGrpSpPr>
          <p:grpSpPr>
            <a:xfrm>
              <a:off x="2260869" y="-126054"/>
              <a:ext cx="601882" cy="423295"/>
              <a:chOff x="0" y="-47625"/>
              <a:chExt cx="227400" cy="159927"/>
            </a:xfrm>
          </p:grpSpPr>
          <p:sp>
            <p:nvSpPr>
              <p:cNvPr id="366" name="Google Shape;366;p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67" name="Google Shape;367;p9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81712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10"/>
          <p:cNvGrpSpPr/>
          <p:nvPr/>
        </p:nvGrpSpPr>
        <p:grpSpPr>
          <a:xfrm>
            <a:off x="324041" y="217286"/>
            <a:ext cx="11544216" cy="6302878"/>
            <a:chOff x="0" y="-241102"/>
            <a:chExt cx="23088432" cy="12605757"/>
          </a:xfrm>
        </p:grpSpPr>
        <p:grpSp>
          <p:nvGrpSpPr>
            <p:cNvPr id="370" name="Google Shape;370;p10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371" name="Google Shape;371;p10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72" name="Google Shape;372;p10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3" name="Google Shape;373;p10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374" name="Google Shape;374;p10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75" name="Google Shape;375;p10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76" name="Google Shape;376;p10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377" name="Google Shape;377;p10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378" name="Google Shape;378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79" name="Google Shape;379;p10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0" name="Google Shape;380;p10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381" name="Google Shape;381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82" name="Google Shape;382;p10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3" name="Google Shape;383;p10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384" name="Google Shape;384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385" name="Google Shape;385;p10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6" name="Google Shape;386;p10"/>
          <p:cNvSpPr txBox="1">
            <a:spLocks noGrp="1"/>
          </p:cNvSpPr>
          <p:nvPr>
            <p:ph type="title"/>
          </p:nvPr>
        </p:nvSpPr>
        <p:spPr>
          <a:xfrm>
            <a:off x="878700" y="2383900"/>
            <a:ext cx="10434600" cy="3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900"/>
              <a:buNone/>
              <a:defRPr sz="6600"/>
            </a:lvl2pPr>
            <a:lvl3pPr lvl="2">
              <a:spcBef>
                <a:spcPts val="0"/>
              </a:spcBef>
              <a:spcAft>
                <a:spcPts val="0"/>
              </a:spcAft>
              <a:buSzPts val="9900"/>
              <a:buNone/>
              <a:defRPr sz="6600"/>
            </a:lvl3pPr>
            <a:lvl4pPr lvl="3">
              <a:spcBef>
                <a:spcPts val="0"/>
              </a:spcBef>
              <a:spcAft>
                <a:spcPts val="0"/>
              </a:spcAft>
              <a:buSzPts val="9900"/>
              <a:buNone/>
              <a:defRPr sz="6600"/>
            </a:lvl4pPr>
            <a:lvl5pPr lvl="4">
              <a:spcBef>
                <a:spcPts val="0"/>
              </a:spcBef>
              <a:spcAft>
                <a:spcPts val="0"/>
              </a:spcAft>
              <a:buSzPts val="9900"/>
              <a:buNone/>
              <a:defRPr sz="6600"/>
            </a:lvl5pPr>
            <a:lvl6pPr lvl="5">
              <a:spcBef>
                <a:spcPts val="0"/>
              </a:spcBef>
              <a:spcAft>
                <a:spcPts val="0"/>
              </a:spcAft>
              <a:buSzPts val="9900"/>
              <a:buNone/>
              <a:defRPr sz="6600"/>
            </a:lvl6pPr>
            <a:lvl7pPr lvl="6">
              <a:spcBef>
                <a:spcPts val="0"/>
              </a:spcBef>
              <a:spcAft>
                <a:spcPts val="0"/>
              </a:spcAft>
              <a:buSzPts val="9900"/>
              <a:buNone/>
              <a:defRPr sz="6600"/>
            </a:lvl7pPr>
            <a:lvl8pPr lvl="7">
              <a:spcBef>
                <a:spcPts val="0"/>
              </a:spcBef>
              <a:spcAft>
                <a:spcPts val="0"/>
              </a:spcAft>
              <a:buSzPts val="9900"/>
              <a:buNone/>
              <a:defRPr sz="6600"/>
            </a:lvl8pPr>
            <a:lvl9pPr lvl="8">
              <a:spcBef>
                <a:spcPts val="0"/>
              </a:spcBef>
              <a:spcAft>
                <a:spcPts val="0"/>
              </a:spcAft>
              <a:buSzPts val="9900"/>
              <a:buNone/>
              <a:defRPr sz="6600"/>
            </a:lvl9pPr>
          </a:lstStyle>
          <a:p>
            <a:r>
              <a:rPr lang="hu-HU"/>
              <a:t>Mintacím szerkesztése</a:t>
            </a:r>
            <a:endParaRPr/>
          </a:p>
        </p:txBody>
      </p:sp>
      <p:sp>
        <p:nvSpPr>
          <p:cNvPr id="387" name="Google Shape;387;p10"/>
          <p:cNvSpPr>
            <a:spLocks noGrp="1"/>
          </p:cNvSpPr>
          <p:nvPr>
            <p:ph type="pic" idx="2"/>
          </p:nvPr>
        </p:nvSpPr>
        <p:spPr>
          <a:xfrm>
            <a:off x="6734375" y="3433892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0"/>
          <p:cNvSpPr txBox="1">
            <a:spLocks noGrp="1"/>
          </p:cNvSpPr>
          <p:nvPr>
            <p:ph type="body" idx="1"/>
          </p:nvPr>
        </p:nvSpPr>
        <p:spPr>
          <a:xfrm>
            <a:off x="1699859" y="3433892"/>
            <a:ext cx="3657600" cy="5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609630" lvl="1" indent="-152408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914446" lvl="2" indent="-152408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219261" lvl="3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1524076" lvl="4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1828891" lvl="5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2133707" lvl="6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2438522" lvl="7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2743337" lvl="8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pPr lvl="0"/>
            <a:r>
              <a:rPr lang="hu-HU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1619096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57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6900" y="1112250"/>
            <a:ext cx="10354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900"/>
              <a:buFont typeface="Courier"/>
              <a:buNone/>
              <a:defRPr sz="99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980800" y="33837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•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–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•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–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4pPr>
            <a:lvl5pPr marL="2286000" marR="0" lvl="4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»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5pPr>
            <a:lvl6pPr marL="2743200" marR="0" lvl="5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•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6pPr>
            <a:lvl7pPr marL="3200400" marR="0" lvl="6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•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7pPr>
            <a:lvl8pPr marL="3657600" marR="0" lvl="7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•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8pPr>
            <a:lvl9pPr marL="4114800" marR="0" lvl="8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•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02289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slide" Target="slide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image" Target="../media/image3.svg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03975C-548D-45C2-B562-EAE7C98E1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hu-HU" sz="5600" dirty="0">
                <a:solidFill>
                  <a:schemeClr val="bg1"/>
                </a:solidFill>
              </a:rPr>
              <a:t>Magyarország 2025-ös lakosság adatai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7C3BD96-B3AB-44AA-A38D-AC11307F00C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Készítette:   Jobbágy Szabolcs, </a:t>
            </a:r>
            <a:r>
              <a:rPr lang="hu-HU" dirty="0" err="1">
                <a:solidFill>
                  <a:schemeClr val="bg1"/>
                </a:solidFill>
              </a:rPr>
              <a:t>Jászhalmi</a:t>
            </a:r>
            <a:r>
              <a:rPr lang="hu-HU" dirty="0">
                <a:solidFill>
                  <a:schemeClr val="bg1"/>
                </a:solidFill>
              </a:rPr>
              <a:t> Szabolcs</a:t>
            </a:r>
          </a:p>
        </p:txBody>
      </p:sp>
    </p:spTree>
    <p:extLst>
      <p:ext uri="{BB962C8B-B14F-4D97-AF65-F5344CB8AC3E}">
        <p14:creationId xmlns:p14="http://schemas.microsoft.com/office/powerpoint/2010/main" val="3090666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493776DE-9B62-FCEC-E017-AA442FC3A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231" y="4026214"/>
            <a:ext cx="4087827" cy="1688451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2C0FF7EB-57F9-B7CD-CDC6-59D9F01F5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942" y="4026214"/>
            <a:ext cx="3140460" cy="2214935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FB39E106-1C76-4E47-A78C-101EB86C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349" y="891725"/>
            <a:ext cx="10354200" cy="762000"/>
          </a:xfrm>
        </p:spPr>
        <p:txBody>
          <a:bodyPr>
            <a:normAutofit fontScale="90000"/>
          </a:bodyPr>
          <a:lstStyle/>
          <a:p>
            <a:r>
              <a:rPr lang="hu-HU" sz="7300" b="1" dirty="0"/>
              <a:t>Menüpontok</a:t>
            </a:r>
            <a:endParaRPr lang="hu-HU" b="1" dirty="0"/>
          </a:p>
        </p:txBody>
      </p:sp>
      <p:sp>
        <p:nvSpPr>
          <p:cNvPr id="4" name="Téglalap 3">
            <a:hlinkClick r:id="rId4" action="ppaction://hlinksldjump"/>
            <a:extLst>
              <a:ext uri="{FF2B5EF4-FFF2-40B4-BE49-F238E27FC236}">
                <a16:creationId xmlns:a16="http://schemas.microsoft.com/office/drawing/2014/main" id="{E710908B-64B3-42E5-965D-B83B6D036A32}"/>
              </a:ext>
            </a:extLst>
          </p:cNvPr>
          <p:cNvSpPr/>
          <p:nvPr/>
        </p:nvSpPr>
        <p:spPr>
          <a:xfrm>
            <a:off x="483861" y="2093817"/>
            <a:ext cx="3591670" cy="189300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/>
              <a:t>Megye adatai</a:t>
            </a:r>
          </a:p>
        </p:txBody>
      </p:sp>
      <p:sp>
        <p:nvSpPr>
          <p:cNvPr id="5" name="Téglalap 4">
            <a:hlinkClick r:id="rId5" action="ppaction://hlinksldjump"/>
            <a:extLst>
              <a:ext uri="{FF2B5EF4-FFF2-40B4-BE49-F238E27FC236}">
                <a16:creationId xmlns:a16="http://schemas.microsoft.com/office/drawing/2014/main" id="{2A6D3233-60F6-4395-BB7C-BE85BAF93DAE}"/>
              </a:ext>
            </a:extLst>
          </p:cNvPr>
          <p:cNvSpPr/>
          <p:nvPr/>
        </p:nvSpPr>
        <p:spPr>
          <a:xfrm>
            <a:off x="4300164" y="2093817"/>
            <a:ext cx="3591671" cy="1893002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/>
              <a:t>Település típusai</a:t>
            </a:r>
          </a:p>
        </p:txBody>
      </p:sp>
      <p:sp>
        <p:nvSpPr>
          <p:cNvPr id="9" name="Téglalap 8">
            <a:hlinkClick r:id="rId6" action="ppaction://hlinksldjump"/>
            <a:extLst>
              <a:ext uri="{FF2B5EF4-FFF2-40B4-BE49-F238E27FC236}">
                <a16:creationId xmlns:a16="http://schemas.microsoft.com/office/drawing/2014/main" id="{5D6FD580-A478-4658-8236-4EC94AA4F742}"/>
              </a:ext>
            </a:extLst>
          </p:cNvPr>
          <p:cNvSpPr/>
          <p:nvPr/>
        </p:nvSpPr>
        <p:spPr>
          <a:xfrm>
            <a:off x="8116468" y="2069824"/>
            <a:ext cx="3591671" cy="1893002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/>
              <a:t>Kilépés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1839608E-26AE-229C-2689-6CF52DDEFC3D}"/>
              </a:ext>
            </a:extLst>
          </p:cNvPr>
          <p:cNvSpPr txBox="1"/>
          <p:nvPr/>
        </p:nvSpPr>
        <p:spPr>
          <a:xfrm>
            <a:off x="2893046" y="6280544"/>
            <a:ext cx="3025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A kód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6736124A-11FF-A90E-517D-53210CB63849}"/>
              </a:ext>
            </a:extLst>
          </p:cNvPr>
          <p:cNvSpPr txBox="1"/>
          <p:nvPr/>
        </p:nvSpPr>
        <p:spPr>
          <a:xfrm>
            <a:off x="7332599" y="6241149"/>
            <a:ext cx="3883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Kód lefutása a terminálban</a:t>
            </a:r>
          </a:p>
        </p:txBody>
      </p:sp>
    </p:spTree>
    <p:extLst>
      <p:ext uri="{BB962C8B-B14F-4D97-AF65-F5344CB8AC3E}">
        <p14:creationId xmlns:p14="http://schemas.microsoft.com/office/powerpoint/2010/main" val="251354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120000">
                                      <p:cBhvr>
                                        <p:cTn id="1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3502CF-82B5-4A1A-A5B1-5DD26C66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5807" y="924944"/>
            <a:ext cx="7069395" cy="910879"/>
          </a:xfrm>
        </p:spPr>
        <p:txBody>
          <a:bodyPr>
            <a:normAutofit fontScale="90000"/>
          </a:bodyPr>
          <a:lstStyle/>
          <a:p>
            <a:r>
              <a:rPr lang="hu-HU" sz="5400" b="1" dirty="0">
                <a:solidFill>
                  <a:schemeClr val="bg1"/>
                </a:solidFill>
              </a:rPr>
              <a:t>Megye adatai</a:t>
            </a:r>
          </a:p>
        </p:txBody>
      </p:sp>
      <p:pic>
        <p:nvPicPr>
          <p:cNvPr id="5" name="Tartalom helye 4" descr="Nyíl: forgatás balra egyszínű kitöltéssel">
            <a:hlinkClick r:id="rId2" action="ppaction://hlinksldjump"/>
            <a:extLst>
              <a:ext uri="{FF2B5EF4-FFF2-40B4-BE49-F238E27FC236}">
                <a16:creationId xmlns:a16="http://schemas.microsoft.com/office/drawing/2014/main" id="{42E4741F-7D86-4D40-90CB-71EBFD2F35B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3079" y="819407"/>
            <a:ext cx="1222375" cy="1222375"/>
          </a:xfr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BFDD2F34-73C4-4E61-AF70-D0E1BD174F29}"/>
              </a:ext>
            </a:extLst>
          </p:cNvPr>
          <p:cNvSpPr txBox="1"/>
          <p:nvPr/>
        </p:nvSpPr>
        <p:spPr>
          <a:xfrm>
            <a:off x="533398" y="1929248"/>
            <a:ext cx="302540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</a:rPr>
              <a:t>A </a:t>
            </a:r>
            <a:r>
              <a:rPr lang="hu-HU" sz="2400" b="1" dirty="0">
                <a:solidFill>
                  <a:schemeClr val="bg1"/>
                </a:solidFill>
              </a:rPr>
              <a:t>Megye adatai </a:t>
            </a:r>
            <a:r>
              <a:rPr lang="hu-HU" sz="2400" dirty="0">
                <a:solidFill>
                  <a:schemeClr val="bg1"/>
                </a:solidFill>
              </a:rPr>
              <a:t>opcióban lehetősége van a felhasználónak beírnia egy adott megye nevének rövidítését.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</a:rPr>
              <a:t>Ezt követően a program kiírja a megye adatait.</a:t>
            </a:r>
          </a:p>
        </p:txBody>
      </p:sp>
      <p:pic>
        <p:nvPicPr>
          <p:cNvPr id="21" name="Kép 20">
            <a:extLst>
              <a:ext uri="{FF2B5EF4-FFF2-40B4-BE49-F238E27FC236}">
                <a16:creationId xmlns:a16="http://schemas.microsoft.com/office/drawing/2014/main" id="{45D5A77C-7C40-88A4-3219-0B4EFF0ED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801" y="2619105"/>
            <a:ext cx="8250609" cy="3216340"/>
          </a:xfrm>
          <a:prstGeom prst="rect">
            <a:avLst/>
          </a:prstGeom>
        </p:spPr>
      </p:pic>
      <p:sp>
        <p:nvSpPr>
          <p:cNvPr id="22" name="Téglalap 21">
            <a:hlinkClick r:id="rId5" action="ppaction://hlinksldjump"/>
            <a:extLst>
              <a:ext uri="{FF2B5EF4-FFF2-40B4-BE49-F238E27FC236}">
                <a16:creationId xmlns:a16="http://schemas.microsoft.com/office/drawing/2014/main" id="{A44EB67A-C8FF-4294-BB0C-3B0D2982315F}"/>
              </a:ext>
            </a:extLst>
          </p:cNvPr>
          <p:cNvSpPr/>
          <p:nvPr/>
        </p:nvSpPr>
        <p:spPr>
          <a:xfrm>
            <a:off x="6823588" y="924944"/>
            <a:ext cx="2533545" cy="1245412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bg1"/>
                </a:solidFill>
              </a:rPr>
              <a:t>Kérem a megye rövidítését: 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FA7C4803-57CA-8366-65CF-6EECD8BCC560}"/>
              </a:ext>
            </a:extLst>
          </p:cNvPr>
          <p:cNvSpPr txBox="1"/>
          <p:nvPr/>
        </p:nvSpPr>
        <p:spPr>
          <a:xfrm>
            <a:off x="10631429" y="455908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Visszalépés</a:t>
            </a:r>
          </a:p>
        </p:txBody>
      </p:sp>
    </p:spTree>
    <p:extLst>
      <p:ext uri="{BB962C8B-B14F-4D97-AF65-F5344CB8AC3E}">
        <p14:creationId xmlns:p14="http://schemas.microsoft.com/office/powerpoint/2010/main" val="2652332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94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94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94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94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6" presetClass="emph" presetSubtype="0" repeatCount="4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5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zövegdoboz 10">
            <a:extLst>
              <a:ext uri="{FF2B5EF4-FFF2-40B4-BE49-F238E27FC236}">
                <a16:creationId xmlns:a16="http://schemas.microsoft.com/office/drawing/2014/main" id="{D53D10D2-F258-4D63-8487-A03A3C0B73C7}"/>
              </a:ext>
            </a:extLst>
          </p:cNvPr>
          <p:cNvSpPr txBox="1"/>
          <p:nvPr/>
        </p:nvSpPr>
        <p:spPr>
          <a:xfrm>
            <a:off x="336753" y="1970302"/>
            <a:ext cx="12192000" cy="13260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cap="all" dirty="0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A program </a:t>
            </a:r>
            <a:r>
              <a:rPr lang="en-US" sz="2600" cap="all" dirty="0" err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ezután</a:t>
            </a:r>
            <a:r>
              <a:rPr lang="en-US" sz="2600" cap="all" dirty="0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 </a:t>
            </a:r>
            <a:r>
              <a:rPr lang="en-US" sz="2600" cap="all" dirty="0" err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kiírja</a:t>
            </a:r>
            <a:r>
              <a:rPr lang="en-US" sz="2600" cap="all" dirty="0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 </a:t>
            </a:r>
            <a:r>
              <a:rPr lang="en-US" sz="2600" cap="all" dirty="0" err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az</a:t>
            </a:r>
            <a:r>
              <a:rPr lang="en-US" sz="2600" cap="all" dirty="0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 </a:t>
            </a:r>
            <a:r>
              <a:rPr lang="en-US" sz="2600" cap="all" dirty="0" err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adott</a:t>
            </a:r>
            <a:r>
              <a:rPr lang="en-US" sz="2600" cap="all" dirty="0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 </a:t>
            </a:r>
            <a:r>
              <a:rPr lang="en-US" sz="2600" cap="all" dirty="0" err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megye</a:t>
            </a:r>
            <a:r>
              <a:rPr lang="en-US" sz="2600" cap="all" dirty="0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 </a:t>
            </a:r>
            <a:r>
              <a:rPr lang="en-US" sz="2600" cap="all" dirty="0" err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Településének</a:t>
            </a:r>
            <a:r>
              <a:rPr lang="en-US" sz="2600" cap="all" dirty="0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 a </a:t>
            </a:r>
            <a:r>
              <a:rPr lang="en-US" sz="2600" cap="all" dirty="0" err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számát</a:t>
            </a:r>
            <a:r>
              <a:rPr lang="en-US" sz="2600" cap="all" dirty="0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, </a:t>
            </a:r>
            <a:r>
              <a:rPr lang="en-US" sz="2600" cap="all" dirty="0" err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az</a:t>
            </a:r>
            <a:r>
              <a:rPr lang="en-US" sz="2600" cap="all" dirty="0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 </a:t>
            </a:r>
            <a:r>
              <a:rPr lang="en-US" sz="2600" cap="all" dirty="0" err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Összes</a:t>
            </a:r>
            <a:r>
              <a:rPr lang="en-US" sz="2600" cap="all" dirty="0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 </a:t>
            </a:r>
            <a:r>
              <a:rPr lang="en-US" sz="2600" cap="all" dirty="0" err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lakost</a:t>
            </a:r>
            <a:r>
              <a:rPr lang="en-US" sz="2600" cap="all" dirty="0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, </a:t>
            </a:r>
            <a:r>
              <a:rPr lang="en-US" sz="2600" cap="all" dirty="0" err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és</a:t>
            </a:r>
            <a:r>
              <a:rPr lang="en-US" sz="2600" cap="all" dirty="0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 a </a:t>
            </a:r>
            <a:r>
              <a:rPr lang="en-US" sz="2600" cap="all" dirty="0" err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Városok</a:t>
            </a:r>
            <a:r>
              <a:rPr lang="en-US" sz="2600" cap="all" dirty="0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 </a:t>
            </a:r>
            <a:r>
              <a:rPr lang="en-US" sz="2600" cap="all" dirty="0" err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összes</a:t>
            </a:r>
            <a:r>
              <a:rPr lang="en-US" sz="2600" cap="all" dirty="0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 </a:t>
            </a:r>
            <a:r>
              <a:rPr lang="en-US" sz="2600" cap="all" dirty="0" err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lakosának</a:t>
            </a:r>
            <a:r>
              <a:rPr lang="en-US" sz="2600" cap="all" dirty="0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 </a:t>
            </a:r>
            <a:r>
              <a:rPr lang="en-US" sz="2600" cap="all" dirty="0" err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számát</a:t>
            </a:r>
            <a:endParaRPr lang="en-US" sz="2600" cap="all" dirty="0">
              <a:solidFill>
                <a:schemeClr val="bg1"/>
              </a:solidFill>
              <a:ea typeface="+mj-ea"/>
              <a:cs typeface="Arial" panose="020B0604020202020204" pitchFamily="34" charset="0"/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131CD8F3-B8C3-3533-DC69-5C3053C14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3923807"/>
            <a:ext cx="11125202" cy="2503168"/>
          </a:xfrm>
          <a:prstGeom prst="rect">
            <a:avLst/>
          </a:prstGeom>
          <a:noFill/>
        </p:spPr>
      </p:pic>
      <p:pic>
        <p:nvPicPr>
          <p:cNvPr id="4" name="Tartalom helye 4" descr="Nyíl: forgatás balra egyszínű kitöltéssel">
            <a:hlinkClick r:id="rId3" action="ppaction://hlinksldjump"/>
            <a:extLst>
              <a:ext uri="{FF2B5EF4-FFF2-40B4-BE49-F238E27FC236}">
                <a16:creationId xmlns:a16="http://schemas.microsoft.com/office/drawing/2014/main" id="{EF030E44-B984-AEC3-B382-AA65E456F54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6838" y="731671"/>
            <a:ext cx="1222375" cy="1222375"/>
          </a:xfr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3CBBFACD-D1ED-E152-201B-8DB8CBA40B83}"/>
              </a:ext>
            </a:extLst>
          </p:cNvPr>
          <p:cNvSpPr txBox="1"/>
          <p:nvPr/>
        </p:nvSpPr>
        <p:spPr>
          <a:xfrm>
            <a:off x="10627554" y="415766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Visszalépés</a:t>
            </a:r>
          </a:p>
        </p:txBody>
      </p:sp>
    </p:spTree>
    <p:extLst>
      <p:ext uri="{BB962C8B-B14F-4D97-AF65-F5344CB8AC3E}">
        <p14:creationId xmlns:p14="http://schemas.microsoft.com/office/powerpoint/2010/main" val="4000070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94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94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94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94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6" presetClass="emph" presetSubtype="0" repeatCount="4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Kép 16">
            <a:extLst>
              <a:ext uri="{FF2B5EF4-FFF2-40B4-BE49-F238E27FC236}">
                <a16:creationId xmlns:a16="http://schemas.microsoft.com/office/drawing/2014/main" id="{06189CEC-28D1-05D1-4579-E4FB188F1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394" y="2316541"/>
            <a:ext cx="4778477" cy="4249658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6C2E346C-5E10-49FE-BDFC-E1EF1400B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64471" y="779145"/>
            <a:ext cx="9072717" cy="1008489"/>
          </a:xfrm>
        </p:spPr>
        <p:txBody>
          <a:bodyPr>
            <a:noAutofit/>
          </a:bodyPr>
          <a:lstStyle/>
          <a:p>
            <a:r>
              <a:rPr lang="hu-HU" sz="4800" b="1" dirty="0">
                <a:solidFill>
                  <a:schemeClr val="bg1"/>
                </a:solidFill>
              </a:rPr>
              <a:t>Település típusai</a:t>
            </a:r>
          </a:p>
        </p:txBody>
      </p:sp>
      <p:pic>
        <p:nvPicPr>
          <p:cNvPr id="14" name="Tartalom helye 13">
            <a:extLst>
              <a:ext uri="{FF2B5EF4-FFF2-40B4-BE49-F238E27FC236}">
                <a16:creationId xmlns:a16="http://schemas.microsoft.com/office/drawing/2014/main" id="{CC5262B6-26FA-9E9D-2A7C-DF229B1E816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535322" y="4441370"/>
            <a:ext cx="3546526" cy="2114423"/>
          </a:xfrm>
          <a:prstGeom prst="rect">
            <a:avLst/>
          </a:prstGeom>
        </p:spPr>
      </p:pic>
      <p:pic>
        <p:nvPicPr>
          <p:cNvPr id="4" name="Tartalom helye 4" descr="Nyíl: forgatás balra egyszínű kitöltéssel">
            <a:hlinkClick r:id="rId4" action="ppaction://hlinksldjump"/>
            <a:extLst>
              <a:ext uri="{FF2B5EF4-FFF2-40B4-BE49-F238E27FC236}">
                <a16:creationId xmlns:a16="http://schemas.microsoft.com/office/drawing/2014/main" id="{D8E1433B-4373-4A58-B033-DFA1906CD7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5895" y="992243"/>
            <a:ext cx="1222378" cy="122237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AAA88E82-4FB7-A726-9A23-67D8D7731B65}"/>
              </a:ext>
            </a:extLst>
          </p:cNvPr>
          <p:cNvSpPr txBox="1"/>
          <p:nvPr/>
        </p:nvSpPr>
        <p:spPr>
          <a:xfrm>
            <a:off x="10585895" y="471368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Visszalépés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79232E26-116D-D9C7-74A6-08D03108656D}"/>
              </a:ext>
            </a:extLst>
          </p:cNvPr>
          <p:cNvSpPr txBox="1"/>
          <p:nvPr/>
        </p:nvSpPr>
        <p:spPr>
          <a:xfrm>
            <a:off x="533399" y="1763714"/>
            <a:ext cx="41074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</a:rPr>
              <a:t>A </a:t>
            </a:r>
            <a:r>
              <a:rPr lang="hu-HU" sz="2400" b="1" dirty="0">
                <a:solidFill>
                  <a:schemeClr val="bg1"/>
                </a:solidFill>
              </a:rPr>
              <a:t>Település típusai </a:t>
            </a:r>
            <a:r>
              <a:rPr lang="hu-HU" sz="2400" dirty="0">
                <a:solidFill>
                  <a:schemeClr val="bg1"/>
                </a:solidFill>
              </a:rPr>
              <a:t>menüben lehetősége van a  felhasználónak kiválasztani a lehetőségek közül hogy milyen típusú települést és annak a lakosságának a nagyságát szeretné kiíratni</a:t>
            </a:r>
          </a:p>
        </p:txBody>
      </p:sp>
      <p:sp>
        <p:nvSpPr>
          <p:cNvPr id="18" name="Téglalap 17">
            <a:hlinkClick r:id="rId6" action="ppaction://hlinksldjump"/>
            <a:extLst>
              <a:ext uri="{FF2B5EF4-FFF2-40B4-BE49-F238E27FC236}">
                <a16:creationId xmlns:a16="http://schemas.microsoft.com/office/drawing/2014/main" id="{95F8A638-038C-7A5B-E45F-89B70977707E}"/>
              </a:ext>
            </a:extLst>
          </p:cNvPr>
          <p:cNvSpPr/>
          <p:nvPr/>
        </p:nvSpPr>
        <p:spPr>
          <a:xfrm>
            <a:off x="7018476" y="992243"/>
            <a:ext cx="2570458" cy="1325504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bg1"/>
                </a:solidFill>
              </a:rPr>
              <a:t>Mi a választott típus?</a:t>
            </a:r>
          </a:p>
        </p:txBody>
      </p:sp>
    </p:spTree>
    <p:extLst>
      <p:ext uri="{BB962C8B-B14F-4D97-AF65-F5344CB8AC3E}">
        <p14:creationId xmlns:p14="http://schemas.microsoft.com/office/powerpoint/2010/main" val="217959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BED807E6-4120-6326-CDB1-E8C3D82597F1}"/>
              </a:ext>
            </a:extLst>
          </p:cNvPr>
          <p:cNvSpPr txBox="1"/>
          <p:nvPr/>
        </p:nvSpPr>
        <p:spPr>
          <a:xfrm>
            <a:off x="954593" y="1293860"/>
            <a:ext cx="107115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cap="all" dirty="0">
                <a:solidFill>
                  <a:schemeClr val="bg1"/>
                </a:solidFill>
                <a:cs typeface="Arial" panose="020B0604020202020204" pitchFamily="34" charset="0"/>
              </a:rPr>
              <a:t>A program </a:t>
            </a:r>
            <a:r>
              <a:rPr lang="hu-HU" sz="2800" cap="all" dirty="0">
                <a:solidFill>
                  <a:schemeClr val="bg1"/>
                </a:solidFill>
                <a:cs typeface="Arial" panose="020B0604020202020204" pitchFamily="34" charset="0"/>
              </a:rPr>
              <a:t>ezután</a:t>
            </a:r>
            <a:r>
              <a:rPr lang="en-US" sz="2800" cap="all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hu-HU" sz="2800" cap="all" dirty="0">
                <a:solidFill>
                  <a:schemeClr val="bg1"/>
                </a:solidFill>
                <a:cs typeface="Arial" panose="020B0604020202020204" pitchFamily="34" charset="0"/>
              </a:rPr>
              <a:t>kiírja</a:t>
            </a:r>
            <a:r>
              <a:rPr lang="en-US" sz="2800" cap="all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hu-HU" sz="2800" cap="all" dirty="0">
                <a:solidFill>
                  <a:schemeClr val="bg1"/>
                </a:solidFill>
                <a:cs typeface="Arial" panose="020B0604020202020204" pitchFamily="34" charset="0"/>
              </a:rPr>
              <a:t>az adott típusú településeket és a lakosság nagyságának számát </a:t>
            </a:r>
            <a:endParaRPr lang="hu-HU" sz="2800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B2CFCC28-F9E4-297B-851E-8527A48083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525"/>
          <a:stretch>
            <a:fillRect/>
          </a:stretch>
        </p:blipFill>
        <p:spPr>
          <a:xfrm>
            <a:off x="7395587" y="2779264"/>
            <a:ext cx="4386924" cy="3759746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170D8D1B-E6C9-38F6-BF41-4FF3318848E4}"/>
              </a:ext>
            </a:extLst>
          </p:cNvPr>
          <p:cNvSpPr txBox="1"/>
          <p:nvPr/>
        </p:nvSpPr>
        <p:spPr>
          <a:xfrm>
            <a:off x="954593" y="2546866"/>
            <a:ext cx="35068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</a:rPr>
              <a:t>Ezután enter-t ütve lehet tovább lapozni amig vissza nem térünk a főmenübe</a:t>
            </a:r>
          </a:p>
        </p:txBody>
      </p:sp>
      <p:sp>
        <p:nvSpPr>
          <p:cNvPr id="9" name="Téglalap 8">
            <a:hlinkClick r:id="rId3" action="ppaction://hlinksldjump"/>
            <a:extLst>
              <a:ext uri="{FF2B5EF4-FFF2-40B4-BE49-F238E27FC236}">
                <a16:creationId xmlns:a16="http://schemas.microsoft.com/office/drawing/2014/main" id="{F96576AC-C01F-AC8B-19E1-9D03BB15E0DD}"/>
              </a:ext>
            </a:extLst>
          </p:cNvPr>
          <p:cNvSpPr/>
          <p:nvPr/>
        </p:nvSpPr>
        <p:spPr>
          <a:xfrm>
            <a:off x="1441257" y="4610033"/>
            <a:ext cx="3355157" cy="142902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b="1" dirty="0">
                <a:solidFill>
                  <a:schemeClr val="bg1"/>
                </a:solidFill>
              </a:rPr>
              <a:t>Vissza  a főmenübe</a:t>
            </a:r>
          </a:p>
        </p:txBody>
      </p:sp>
    </p:spTree>
    <p:extLst>
      <p:ext uri="{BB962C8B-B14F-4D97-AF65-F5344CB8AC3E}">
        <p14:creationId xmlns:p14="http://schemas.microsoft.com/office/powerpoint/2010/main" val="313964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3E2D8-80AE-AD95-7371-DE2FA8D67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666D46-8A23-D2AB-4175-9EC540FB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hu-HU" sz="5600" dirty="0">
                <a:solidFill>
                  <a:schemeClr val="bg1"/>
                </a:solidFill>
              </a:rPr>
              <a:t>Köszönöm</a:t>
            </a:r>
            <a:br>
              <a:rPr lang="hu-HU" sz="5600" dirty="0">
                <a:solidFill>
                  <a:schemeClr val="bg1"/>
                </a:solidFill>
              </a:rPr>
            </a:br>
            <a:r>
              <a:rPr lang="hu-HU" sz="5600" dirty="0">
                <a:solidFill>
                  <a:schemeClr val="bg1"/>
                </a:solidFill>
              </a:rPr>
              <a:t>a </a:t>
            </a:r>
            <a:br>
              <a:rPr lang="hu-HU" sz="5600" dirty="0">
                <a:solidFill>
                  <a:schemeClr val="bg1"/>
                </a:solidFill>
              </a:rPr>
            </a:br>
            <a:r>
              <a:rPr lang="hu-HU" sz="5600" dirty="0">
                <a:solidFill>
                  <a:schemeClr val="bg1"/>
                </a:solidFill>
              </a:rPr>
              <a:t>figyelmet!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E91ABED2-62BE-767F-1742-6806551EEB91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BD180F8D-8851-EAF8-F1E3-642D4A319E40}"/>
              </a:ext>
            </a:extLst>
          </p:cNvPr>
          <p:cNvSpPr txBox="1"/>
          <p:nvPr/>
        </p:nvSpPr>
        <p:spPr>
          <a:xfrm>
            <a:off x="7344697" y="545690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95462158"/>
      </p:ext>
    </p:extLst>
  </p:cSld>
  <p:clrMapOvr>
    <a:masterClrMapping/>
  </p:clrMapOvr>
</p:sld>
</file>

<file path=ppt/theme/theme1.xml><?xml version="1.0" encoding="utf-8"?>
<a:theme xmlns:a="http://schemas.openxmlformats.org/drawingml/2006/main" name="Téma1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éma1" id="{52B007DC-CBB4-4FA1-9657-3683DA2D652B}" vid="{1C0B7FC4-78C5-4C36-AEC3-D1F82171F8E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Téma1</Template>
  <TotalTime>177</TotalTime>
  <Words>143</Words>
  <Application>Microsoft Office PowerPoint</Application>
  <PresentationFormat>Szélesvásznú</PresentationFormat>
  <Paragraphs>24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</vt:lpstr>
      <vt:lpstr>Téma1</vt:lpstr>
      <vt:lpstr>Magyarország 2025-ös lakosság adatai</vt:lpstr>
      <vt:lpstr>Menüpontok</vt:lpstr>
      <vt:lpstr>Megye adatai</vt:lpstr>
      <vt:lpstr>PowerPoint-bemutató</vt:lpstr>
      <vt:lpstr>Település típusai</vt:lpstr>
      <vt:lpstr>PowerPoint-bemutató</vt:lpstr>
      <vt:lpstr>Köszönöm a 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Magyarország 2025-ös lakosság adatai</dc:title>
  <dc:creator>Jobbágy Szabolcs</dc:creator>
  <cp:lastModifiedBy>O365 felhasználó</cp:lastModifiedBy>
  <cp:revision>11</cp:revision>
  <dcterms:created xsi:type="dcterms:W3CDTF">2026-09-11T07:45:28Z</dcterms:created>
  <dcterms:modified xsi:type="dcterms:W3CDTF">2026-09-17T20:06:55Z</dcterms:modified>
</cp:coreProperties>
</file>